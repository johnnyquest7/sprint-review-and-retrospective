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NA">
    <p:spTree>
      <p:nvGrpSpPr>
        <p:cNvPr id="1" name=""/>
        <p:cNvGrpSpPr/>
        <p:nvPr/>
      </p:nvGrpSpPr>
      <p:grpSpPr>
        <a:xfrm>
          <a:off x="0" y="0"/>
          <a:ext cx="0" cy="0"/>
          <a:chOff x="0" y="0"/>
          <a:chExt cx="0" cy="0"/>
        </a:xfrm>
      </p:grpSpPr>
      <p:sp>
        <p:nvSpPr>
          <p:cNvPr id="86" name="PlaceHolder 1"/>
          <p:cNvSpPr>
            <a:spLocks noGrp="1"/>
          </p:cNvSpPr>
          <p:nvPr>
            <p:ph type="title"/>
          </p:nvPr>
        </p:nvSpPr>
        <p:spPr>
          <a:xfrm>
            <a:off x="1620000" y="216000"/>
            <a:ext cx="8100000" cy="936000"/>
          </a:xfrm>
          <a:prstGeom prst="rect">
            <a:avLst/>
          </a:prstGeom>
          <a:noFill/>
          <a:ln w="0">
            <a:noFill/>
          </a:ln>
        </p:spPr>
        <p:txBody>
          <a:bodyPr lIns="0" rIns="0" tIns="0" bIns="0" anchor="ctr">
            <a:normAutofit/>
          </a:bodyPr>
          <a:p>
            <a:pPr indent="0" algn="ctr">
              <a:buNone/>
            </a:pPr>
            <a:endParaRPr b="0" lang="en-US" sz="3300" spc="-1" strike="noStrike">
              <a:solidFill>
                <a:srgbClr val="050505"/>
              </a:solidFill>
              <a:latin typeface="Times New Roman"/>
            </a:endParaRPr>
          </a:p>
        </p:txBody>
      </p:sp>
      <p:sp>
        <p:nvSpPr>
          <p:cNvPr id="87" name="PlaceHolder 2"/>
          <p:cNvSpPr>
            <a:spLocks noGrp="1"/>
          </p:cNvSpPr>
          <p:nvPr>
            <p:ph/>
          </p:nvPr>
        </p:nvSpPr>
        <p:spPr>
          <a:xfrm>
            <a:off x="1620000" y="1368000"/>
            <a:ext cx="8100000" cy="3288240"/>
          </a:xfrm>
          <a:prstGeom prst="rect">
            <a:avLst/>
          </a:prstGeom>
          <a:noFill/>
          <a:ln w="0">
            <a:noFill/>
          </a:ln>
        </p:spPr>
        <p:txBody>
          <a:bodyPr lIns="0" rIns="0" tIns="0" bIns="0" anchor="t">
            <a:normAutofit/>
          </a:bodyPr>
          <a:p>
            <a:pPr indent="0">
              <a:spcAft>
                <a:spcPts val="1060"/>
              </a:spcAft>
              <a:buNone/>
            </a:pPr>
            <a:endParaRPr b="0" lang="en-US" sz="2400" spc="-1" strike="noStrike">
              <a:solidFill>
                <a:srgbClr val="050505"/>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3AA29D6-B90E-4D50-8213-5D96C628D488}"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NA">
    <p:spTree>
      <p:nvGrpSpPr>
        <p:cNvPr id="1" name=""/>
        <p:cNvGrpSpPr/>
        <p:nvPr/>
      </p:nvGrpSpPr>
      <p:grpSpPr>
        <a:xfrm>
          <a:off x="0" y="0"/>
          <a:ext cx="0" cy="0"/>
          <a:chOff x="0" y="0"/>
          <a:chExt cx="0" cy="0"/>
        </a:xfrm>
      </p:grpSpPr>
      <p:sp>
        <p:nvSpPr>
          <p:cNvPr id="88" name="PlaceHolder 1"/>
          <p:cNvSpPr>
            <a:spLocks noGrp="1"/>
          </p:cNvSpPr>
          <p:nvPr>
            <p:ph type="title"/>
          </p:nvPr>
        </p:nvSpPr>
        <p:spPr>
          <a:xfrm>
            <a:off x="1620000" y="216000"/>
            <a:ext cx="8100000" cy="936000"/>
          </a:xfrm>
          <a:prstGeom prst="rect">
            <a:avLst/>
          </a:prstGeom>
          <a:noFill/>
          <a:ln w="0">
            <a:noFill/>
          </a:ln>
        </p:spPr>
        <p:txBody>
          <a:bodyPr lIns="0" rIns="0" tIns="0" bIns="0" anchor="ctr">
            <a:normAutofit/>
          </a:bodyPr>
          <a:p>
            <a:pPr indent="0" algn="ctr">
              <a:buNone/>
            </a:pPr>
            <a:endParaRPr b="0" lang="en-US" sz="3300" spc="-1" strike="noStrike">
              <a:solidFill>
                <a:srgbClr val="050505"/>
              </a:solidFill>
              <a:latin typeface="Times New Roman"/>
            </a:endParaRPr>
          </a:p>
        </p:txBody>
      </p:sp>
      <p:sp>
        <p:nvSpPr>
          <p:cNvPr id="89" name="PlaceHolder 2"/>
          <p:cNvSpPr>
            <a:spLocks noGrp="1"/>
          </p:cNvSpPr>
          <p:nvPr>
            <p:ph type="subTitle"/>
          </p:nvPr>
        </p:nvSpPr>
        <p:spPr>
          <a:xfrm>
            <a:off x="1620000" y="1368000"/>
            <a:ext cx="8100000" cy="3288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Times New Roman"/>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EB83FF5-5234-419E-864A-8D4460288A16}"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1620000" y="216000"/>
            <a:ext cx="8100000" cy="936000"/>
          </a:xfrm>
          <a:prstGeom prst="rect">
            <a:avLst/>
          </a:prstGeom>
          <a:noFill/>
          <a:ln w="0">
            <a:noFill/>
          </a:ln>
        </p:spPr>
        <p:txBody>
          <a:bodyPr lIns="0" rIns="0" tIns="0" bIns="0" anchor="ctr">
            <a:normAutofit/>
          </a:bodyPr>
          <a:p>
            <a:pPr indent="0" algn="ctr">
              <a:buNone/>
            </a:pPr>
            <a:r>
              <a:rPr b="0" lang="en-US" sz="3300" spc="-1" strike="noStrike">
                <a:solidFill>
                  <a:srgbClr val="050505"/>
                </a:solidFill>
                <a:latin typeface="Times New Roman"/>
              </a:rPr>
              <a:t>Click to edit the title text format</a:t>
            </a:r>
            <a:endParaRPr b="0" lang="en-US" sz="3300" spc="-1" strike="noStrike">
              <a:solidFill>
                <a:srgbClr val="050505"/>
              </a:solidFill>
              <a:latin typeface="Times New Roman"/>
            </a:endParaRPr>
          </a:p>
        </p:txBody>
      </p:sp>
      <p:sp>
        <p:nvSpPr>
          <p:cNvPr id="1" name="PlaceHolder 2"/>
          <p:cNvSpPr>
            <a:spLocks noGrp="1"/>
          </p:cNvSpPr>
          <p:nvPr>
            <p:ph type="body"/>
          </p:nvPr>
        </p:nvSpPr>
        <p:spPr>
          <a:xfrm>
            <a:off x="1620000" y="1368000"/>
            <a:ext cx="8100000" cy="3288240"/>
          </a:xfrm>
          <a:prstGeom prst="rect">
            <a:avLst/>
          </a:prstGeom>
          <a:noFill/>
          <a:ln w="0">
            <a:noFill/>
          </a:ln>
        </p:spPr>
        <p:txBody>
          <a:bodyPr lIns="0" rIns="0" tIns="0" bIns="0" anchor="t">
            <a:normAutofit/>
          </a:bodyPr>
          <a:p>
            <a:pPr marL="432000" indent="-324000">
              <a:spcAft>
                <a:spcPts val="1060"/>
              </a:spcAft>
              <a:buClr>
                <a:srgbClr val="000000"/>
              </a:buClr>
              <a:buSzPct val="40000"/>
              <a:buFont typeface="Wingdings" charset="2"/>
              <a:buChar char=""/>
            </a:pPr>
            <a:r>
              <a:rPr b="0" lang="en-US" sz="2400" spc="-1" strike="noStrike">
                <a:solidFill>
                  <a:srgbClr val="050505"/>
                </a:solidFill>
                <a:latin typeface="Arial"/>
              </a:rPr>
              <a:t>Click to edit the outline text format</a:t>
            </a:r>
            <a:endParaRPr b="0" lang="en-US" sz="2400" spc="-1" strike="noStrike">
              <a:solidFill>
                <a:srgbClr val="050505"/>
              </a:solidFill>
              <a:latin typeface="Arial"/>
            </a:endParaRPr>
          </a:p>
          <a:p>
            <a:pPr lvl="1" marL="864000" indent="-324000">
              <a:spcAft>
                <a:spcPts val="848"/>
              </a:spcAft>
              <a:buClr>
                <a:srgbClr val="000000"/>
              </a:buClr>
              <a:buSzPct val="40000"/>
              <a:buFont typeface="Wingdings" charset="2"/>
              <a:buChar char=""/>
            </a:pPr>
            <a:r>
              <a:rPr b="0" lang="en-US" sz="2100" spc="-1" strike="noStrike">
                <a:solidFill>
                  <a:srgbClr val="050505"/>
                </a:solidFill>
                <a:latin typeface="Arial"/>
              </a:rPr>
              <a:t>Second Outline Level</a:t>
            </a:r>
            <a:endParaRPr b="0" lang="en-US" sz="2100" spc="-1" strike="noStrike">
              <a:solidFill>
                <a:srgbClr val="050505"/>
              </a:solidFill>
              <a:latin typeface="Arial"/>
            </a:endParaRPr>
          </a:p>
          <a:p>
            <a:pPr lvl="2" marL="1296000" indent="-288000">
              <a:spcAft>
                <a:spcPts val="632"/>
              </a:spcAft>
              <a:buClr>
                <a:srgbClr val="000000"/>
              </a:buClr>
              <a:buSzPct val="40000"/>
              <a:buFont typeface="Wingdings" charset="2"/>
              <a:buChar char=""/>
            </a:pPr>
            <a:r>
              <a:rPr b="0" lang="en-US" sz="1800" spc="-1" strike="noStrike">
                <a:solidFill>
                  <a:srgbClr val="050505"/>
                </a:solidFill>
                <a:latin typeface="Arial"/>
              </a:rPr>
              <a:t>Third Outline Level</a:t>
            </a:r>
            <a:endParaRPr b="0" lang="en-US" sz="1800" spc="-1" strike="noStrike">
              <a:solidFill>
                <a:srgbClr val="050505"/>
              </a:solidFill>
              <a:latin typeface="Arial"/>
            </a:endParaRPr>
          </a:p>
          <a:p>
            <a:pPr lvl="3" marL="1728000" indent="-216000">
              <a:spcAft>
                <a:spcPts val="422"/>
              </a:spcAft>
              <a:buClr>
                <a:srgbClr val="000000"/>
              </a:buClr>
              <a:buSzPct val="40000"/>
              <a:buFont typeface="Wingdings" charset="2"/>
              <a:buChar char=""/>
            </a:pPr>
            <a:r>
              <a:rPr b="0" lang="en-US" sz="1500" spc="-1" strike="noStrike">
                <a:solidFill>
                  <a:srgbClr val="050505"/>
                </a:solidFill>
                <a:latin typeface="Arial"/>
              </a:rPr>
              <a:t>Fourth Outline Level</a:t>
            </a:r>
            <a:endParaRPr b="0" lang="en-US" sz="1500" spc="-1" strike="noStrike">
              <a:solidFill>
                <a:srgbClr val="050505"/>
              </a:solidFill>
              <a:latin typeface="Arial"/>
            </a:endParaRPr>
          </a:p>
          <a:p>
            <a:pPr lvl="4" marL="2160000" indent="-216000">
              <a:spcAft>
                <a:spcPts val="210"/>
              </a:spcAft>
              <a:buClr>
                <a:srgbClr val="000000"/>
              </a:buClr>
              <a:buSzPct val="40000"/>
              <a:buFont typeface="Wingdings" charset="2"/>
              <a:buChar char=""/>
            </a:pPr>
            <a:r>
              <a:rPr b="0" lang="en-US" sz="1500" spc="-1" strike="noStrike">
                <a:solidFill>
                  <a:srgbClr val="050505"/>
                </a:solidFill>
                <a:latin typeface="Arial"/>
              </a:rPr>
              <a:t>Fifth Outline Level</a:t>
            </a:r>
            <a:endParaRPr b="0" lang="en-US" sz="1500" spc="-1" strike="noStrike">
              <a:solidFill>
                <a:srgbClr val="050505"/>
              </a:solidFill>
              <a:latin typeface="Arial"/>
            </a:endParaRPr>
          </a:p>
          <a:p>
            <a:pPr lvl="5" marL="2592000" indent="-216000">
              <a:spcAft>
                <a:spcPts val="210"/>
              </a:spcAft>
              <a:buClr>
                <a:srgbClr val="000000"/>
              </a:buClr>
              <a:buSzPct val="40000"/>
              <a:buFont typeface="Wingdings" charset="2"/>
              <a:buChar char=""/>
            </a:pPr>
            <a:r>
              <a:rPr b="0" lang="en-US" sz="1500" spc="-1" strike="noStrike">
                <a:solidFill>
                  <a:srgbClr val="050505"/>
                </a:solidFill>
                <a:latin typeface="Arial"/>
              </a:rPr>
              <a:t>Sixth Outline Level</a:t>
            </a:r>
            <a:endParaRPr b="0" lang="en-US" sz="1500" spc="-1" strike="noStrike">
              <a:solidFill>
                <a:srgbClr val="050505"/>
              </a:solidFill>
              <a:latin typeface="Arial"/>
            </a:endParaRPr>
          </a:p>
          <a:p>
            <a:pPr lvl="6" marL="3024000" indent="-216000">
              <a:spcAft>
                <a:spcPts val="210"/>
              </a:spcAft>
              <a:buClr>
                <a:srgbClr val="000000"/>
              </a:buClr>
              <a:buSzPct val="40000"/>
              <a:buFont typeface="Wingdings" charset="2"/>
              <a:buChar char=""/>
            </a:pPr>
            <a:r>
              <a:rPr b="0" lang="en-US" sz="1500" spc="-1" strike="noStrike">
                <a:solidFill>
                  <a:srgbClr val="050505"/>
                </a:solidFill>
                <a:latin typeface="Arial"/>
              </a:rPr>
              <a:t>Seventh Outline Level</a:t>
            </a:r>
            <a:endParaRPr b="0" lang="en-US" sz="1500" spc="-1" strike="noStrike">
              <a:solidFill>
                <a:srgbClr val="050505"/>
              </a:solidFill>
              <a:latin typeface="Arial"/>
            </a:endParaRPr>
          </a:p>
        </p:txBody>
      </p:sp>
      <p:sp>
        <p:nvSpPr>
          <p:cNvPr id="2" name="PlaceHolder 3"/>
          <p:cNvSpPr>
            <a:spLocks noGrp="1"/>
          </p:cNvSpPr>
          <p:nvPr>
            <p:ph type="dt" idx="1"/>
          </p:nvPr>
        </p:nvSpPr>
        <p:spPr>
          <a:xfrm>
            <a:off x="1584000" y="5164920"/>
            <a:ext cx="2348280" cy="3906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Arial"/>
              </a:defRPr>
            </a:lvl1pPr>
          </a:lstStyle>
          <a:p>
            <a:pPr indent="0">
              <a:buNone/>
            </a:pPr>
            <a:r>
              <a:rPr b="0" lang="en-US" sz="1400" spc="-1" strike="noStrike">
                <a:solidFill>
                  <a:srgbClr val="000000"/>
                </a:solidFill>
                <a:latin typeface="Arial"/>
              </a:rPr>
              <a:t>&lt;date/time&gt;</a:t>
            </a:r>
            <a:endParaRPr b="0" lang="en-US" sz="1400" spc="-1" strike="noStrike">
              <a:solidFill>
                <a:srgbClr val="000000"/>
              </a:solidFill>
              <a:latin typeface="Arial"/>
            </a:endParaRPr>
          </a:p>
        </p:txBody>
      </p:sp>
      <p:sp>
        <p:nvSpPr>
          <p:cNvPr id="3" name="PlaceHolder 4"/>
          <p:cNvSpPr>
            <a:spLocks noGrp="1"/>
          </p:cNvSpPr>
          <p:nvPr>
            <p:ph type="ftr" idx="2"/>
          </p:nvPr>
        </p:nvSpPr>
        <p:spPr>
          <a:xfrm>
            <a:off x="3987000" y="5164920"/>
            <a:ext cx="319500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Arial"/>
              </a:defRPr>
            </a:lvl1pPr>
          </a:lstStyle>
          <a:p>
            <a:pPr indent="0" algn="r">
              <a:buNone/>
            </a:pPr>
            <a:r>
              <a:rPr b="0" lang="en-US" sz="1400" spc="-1" strike="noStrike">
                <a:solidFill>
                  <a:srgbClr val="000000"/>
                </a:solidFill>
                <a:latin typeface="Arial"/>
              </a:rPr>
              <a:t>&lt;footer&gt;</a:t>
            </a:r>
            <a:endParaRPr b="0" lang="en-US" sz="1400" spc="-1" strike="noStrike">
              <a:solidFill>
                <a:srgbClr val="000000"/>
              </a:solidFill>
              <a:latin typeface="Arial"/>
            </a:endParaRPr>
          </a:p>
        </p:txBody>
      </p:sp>
      <p:sp>
        <p:nvSpPr>
          <p:cNvPr id="4" name="PlaceHolder 5"/>
          <p:cNvSpPr>
            <a:spLocks noGrp="1"/>
          </p:cNvSpPr>
          <p:nvPr>
            <p:ph type="sldNum" idx="3"/>
          </p:nvPr>
        </p:nvSpPr>
        <p:spPr>
          <a:xfrm>
            <a:off x="7227000" y="5164920"/>
            <a:ext cx="234828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Arial"/>
              </a:defRPr>
            </a:lvl1pPr>
          </a:lstStyle>
          <a:p>
            <a:pPr indent="0" algn="r">
              <a:buNone/>
            </a:pPr>
            <a:fld id="{BDDF1EDC-24A6-4FF1-85E4-931A9536591A}" type="slidenum">
              <a:rPr b="0" lang="en-US" sz="1400" spc="-1" strike="noStrike">
                <a:solidFill>
                  <a:srgbClr val="000000"/>
                </a:solidFill>
                <a:latin typeface="Arial"/>
              </a:rPr>
              <a:t>&lt;number&gt;</a:t>
            </a:fld>
            <a:endParaRPr b="0" lang="en-US" sz="1400" spc="-1" strike="noStrike">
              <a:solidFill>
                <a:srgbClr val="000000"/>
              </a:solidFill>
              <a:latin typeface="Arial"/>
            </a:endParaRPr>
          </a:p>
        </p:txBody>
      </p:sp>
      <p:cxnSp>
        <p:nvCxnSpPr>
          <p:cNvPr id="5" name=""/>
          <p:cNvCxnSpPr>
            <a:stCxn id="6" idx="6"/>
            <a:endCxn id="7" idx="2"/>
          </p:cNvCxnSpPr>
          <p:nvPr/>
        </p:nvCxnSpPr>
        <p:spPr>
          <a:xfrm>
            <a:off x="540000" y="306360"/>
            <a:ext cx="720360" cy="360"/>
          </a:xfrm>
          <a:prstGeom prst="bentConnector3">
            <a:avLst>
              <a:gd name="adj1" fmla="val 13800"/>
            </a:avLst>
          </a:prstGeom>
          <a:ln w="18000">
            <a:solidFill>
              <a:srgbClr val="2a6099"/>
            </a:solidFill>
            <a:round/>
          </a:ln>
        </p:spPr>
      </p:cxnSp>
      <p:cxnSp>
        <p:nvCxnSpPr>
          <p:cNvPr id="8" name=""/>
          <p:cNvCxnSpPr>
            <a:stCxn id="9" idx="6"/>
            <a:endCxn id="10" idx="2"/>
          </p:cNvCxnSpPr>
          <p:nvPr/>
        </p:nvCxnSpPr>
        <p:spPr>
          <a:xfrm>
            <a:off x="720000" y="486360"/>
            <a:ext cx="360360" cy="360"/>
          </a:xfrm>
          <a:prstGeom prst="bentConnector3">
            <a:avLst>
              <a:gd name="adj1" fmla="val 27600"/>
            </a:avLst>
          </a:prstGeom>
          <a:ln w="18000">
            <a:solidFill>
              <a:srgbClr val="2a6099"/>
            </a:solidFill>
            <a:round/>
          </a:ln>
        </p:spPr>
      </p:cxnSp>
      <p:cxnSp>
        <p:nvCxnSpPr>
          <p:cNvPr id="11" name=""/>
          <p:cNvCxnSpPr>
            <a:stCxn id="12" idx="6"/>
            <a:endCxn id="13" idx="2"/>
          </p:cNvCxnSpPr>
          <p:nvPr/>
        </p:nvCxnSpPr>
        <p:spPr>
          <a:xfrm>
            <a:off x="864000" y="702360"/>
            <a:ext cx="72360" cy="360"/>
          </a:xfrm>
          <a:prstGeom prst="bentConnector3">
            <a:avLst>
              <a:gd name="adj1" fmla="val 138000"/>
            </a:avLst>
          </a:prstGeom>
          <a:ln w="18000">
            <a:solidFill>
              <a:srgbClr val="2a6099"/>
            </a:solidFill>
            <a:round/>
          </a:ln>
        </p:spPr>
      </p:cxnSp>
      <p:cxnSp>
        <p:nvCxnSpPr>
          <p:cNvPr id="14" name=""/>
          <p:cNvCxnSpPr>
            <a:stCxn id="15" idx="6"/>
            <a:endCxn id="16" idx="2"/>
          </p:cNvCxnSpPr>
          <p:nvPr/>
        </p:nvCxnSpPr>
        <p:spPr>
          <a:xfrm>
            <a:off x="720000" y="126360"/>
            <a:ext cx="360360" cy="360"/>
          </a:xfrm>
          <a:prstGeom prst="bentConnector3">
            <a:avLst>
              <a:gd name="adj1" fmla="val 27600"/>
            </a:avLst>
          </a:prstGeom>
          <a:ln w="18000">
            <a:solidFill>
              <a:srgbClr val="2a6099"/>
            </a:solidFill>
            <a:round/>
          </a:ln>
        </p:spPr>
      </p:cxnSp>
      <p:cxnSp>
        <p:nvCxnSpPr>
          <p:cNvPr id="17" name=""/>
          <p:cNvCxnSpPr>
            <a:stCxn id="18" idx="6"/>
            <a:endCxn id="19" idx="2"/>
          </p:cNvCxnSpPr>
          <p:nvPr/>
        </p:nvCxnSpPr>
        <p:spPr>
          <a:xfrm>
            <a:off x="864000" y="954360"/>
            <a:ext cx="72360" cy="360"/>
          </a:xfrm>
          <a:prstGeom prst="bentConnector3">
            <a:avLst>
              <a:gd name="adj1" fmla="val 138000"/>
            </a:avLst>
          </a:prstGeom>
          <a:ln w="18000">
            <a:solidFill>
              <a:srgbClr val="2a6099"/>
            </a:solidFill>
            <a:round/>
          </a:ln>
        </p:spPr>
      </p:cxnSp>
      <p:cxnSp>
        <p:nvCxnSpPr>
          <p:cNvPr id="20" name=""/>
          <p:cNvCxnSpPr>
            <a:stCxn id="21" idx="6"/>
            <a:endCxn id="22" idx="2"/>
          </p:cNvCxnSpPr>
          <p:nvPr/>
        </p:nvCxnSpPr>
        <p:spPr>
          <a:xfrm rot="10800000">
            <a:off x="540000" y="1350360"/>
            <a:ext cx="720360" cy="360"/>
          </a:xfrm>
          <a:prstGeom prst="bentConnector3">
            <a:avLst>
              <a:gd name="adj1" fmla="val 13800"/>
            </a:avLst>
          </a:prstGeom>
          <a:ln w="18000">
            <a:solidFill>
              <a:srgbClr val="2a6099"/>
            </a:solidFill>
            <a:round/>
          </a:ln>
        </p:spPr>
      </p:cxnSp>
      <p:cxnSp>
        <p:nvCxnSpPr>
          <p:cNvPr id="23" name=""/>
          <p:cNvCxnSpPr>
            <a:stCxn id="24" idx="6"/>
            <a:endCxn id="25" idx="2"/>
          </p:cNvCxnSpPr>
          <p:nvPr/>
        </p:nvCxnSpPr>
        <p:spPr>
          <a:xfrm rot="10800000">
            <a:off x="720000" y="1170360"/>
            <a:ext cx="360360" cy="360"/>
          </a:xfrm>
          <a:prstGeom prst="bentConnector3">
            <a:avLst>
              <a:gd name="adj1" fmla="val 27600"/>
            </a:avLst>
          </a:prstGeom>
          <a:ln w="18000">
            <a:solidFill>
              <a:srgbClr val="2a6099"/>
            </a:solidFill>
            <a:round/>
          </a:ln>
        </p:spPr>
      </p:cxnSp>
      <p:cxnSp>
        <p:nvCxnSpPr>
          <p:cNvPr id="26" name=""/>
          <p:cNvCxnSpPr>
            <a:stCxn id="27" idx="6"/>
            <a:endCxn id="28" idx="2"/>
          </p:cNvCxnSpPr>
          <p:nvPr/>
        </p:nvCxnSpPr>
        <p:spPr>
          <a:xfrm rot="10800000">
            <a:off x="720000" y="1530360"/>
            <a:ext cx="360360" cy="360"/>
          </a:xfrm>
          <a:prstGeom prst="bentConnector3">
            <a:avLst>
              <a:gd name="adj1" fmla="val 27600"/>
            </a:avLst>
          </a:prstGeom>
          <a:ln w="18000">
            <a:solidFill>
              <a:srgbClr val="2a6099"/>
            </a:solidFill>
            <a:round/>
          </a:ln>
        </p:spPr>
      </p:cxnSp>
      <p:cxnSp>
        <p:nvCxnSpPr>
          <p:cNvPr id="29" name=""/>
          <p:cNvCxnSpPr>
            <a:stCxn id="30" idx="6"/>
            <a:endCxn id="31" idx="2"/>
          </p:cNvCxnSpPr>
          <p:nvPr/>
        </p:nvCxnSpPr>
        <p:spPr>
          <a:xfrm rot="10800000">
            <a:off x="864000" y="1746360"/>
            <a:ext cx="72360" cy="360"/>
          </a:xfrm>
          <a:prstGeom prst="bentConnector3">
            <a:avLst>
              <a:gd name="adj1" fmla="val 138000"/>
            </a:avLst>
          </a:prstGeom>
          <a:ln w="18000">
            <a:solidFill>
              <a:srgbClr val="2a6099"/>
            </a:solidFill>
            <a:round/>
          </a:ln>
        </p:spPr>
      </p:cxnSp>
      <p:cxnSp>
        <p:nvCxnSpPr>
          <p:cNvPr id="32" name=""/>
          <p:cNvCxnSpPr>
            <a:stCxn id="33" idx="6"/>
            <a:endCxn id="34" idx="2"/>
          </p:cNvCxnSpPr>
          <p:nvPr/>
        </p:nvCxnSpPr>
        <p:spPr>
          <a:xfrm rot="10800000">
            <a:off x="864000" y="1998360"/>
            <a:ext cx="72360" cy="360"/>
          </a:xfrm>
          <a:prstGeom prst="bentConnector3">
            <a:avLst>
              <a:gd name="adj1" fmla="val 138000"/>
            </a:avLst>
          </a:prstGeom>
          <a:ln w="18000">
            <a:solidFill>
              <a:srgbClr val="2a6099"/>
            </a:solidFill>
            <a:round/>
          </a:ln>
        </p:spPr>
      </p:cxnSp>
      <p:cxnSp>
        <p:nvCxnSpPr>
          <p:cNvPr id="35" name=""/>
          <p:cNvCxnSpPr>
            <a:stCxn id="36" idx="6"/>
            <a:endCxn id="37" idx="2"/>
          </p:cNvCxnSpPr>
          <p:nvPr/>
        </p:nvCxnSpPr>
        <p:spPr>
          <a:xfrm>
            <a:off x="540000" y="2394360"/>
            <a:ext cx="720360" cy="360"/>
          </a:xfrm>
          <a:prstGeom prst="bentConnector3">
            <a:avLst>
              <a:gd name="adj1" fmla="val 13800"/>
            </a:avLst>
          </a:prstGeom>
          <a:ln w="18000">
            <a:solidFill>
              <a:srgbClr val="2a6099"/>
            </a:solidFill>
            <a:round/>
          </a:ln>
        </p:spPr>
      </p:cxnSp>
      <p:cxnSp>
        <p:nvCxnSpPr>
          <p:cNvPr id="38" name=""/>
          <p:cNvCxnSpPr>
            <a:stCxn id="39" idx="6"/>
            <a:endCxn id="40" idx="2"/>
          </p:cNvCxnSpPr>
          <p:nvPr/>
        </p:nvCxnSpPr>
        <p:spPr>
          <a:xfrm>
            <a:off x="720000" y="2214360"/>
            <a:ext cx="360360" cy="360"/>
          </a:xfrm>
          <a:prstGeom prst="bentConnector3">
            <a:avLst>
              <a:gd name="adj1" fmla="val 27600"/>
            </a:avLst>
          </a:prstGeom>
          <a:ln w="18000">
            <a:solidFill>
              <a:srgbClr val="2a6099"/>
            </a:solidFill>
            <a:round/>
          </a:ln>
        </p:spPr>
      </p:cxnSp>
      <p:cxnSp>
        <p:nvCxnSpPr>
          <p:cNvPr id="41" name=""/>
          <p:cNvCxnSpPr>
            <a:stCxn id="42" idx="6"/>
            <a:endCxn id="43" idx="2"/>
          </p:cNvCxnSpPr>
          <p:nvPr/>
        </p:nvCxnSpPr>
        <p:spPr>
          <a:xfrm>
            <a:off x="720000" y="2583720"/>
            <a:ext cx="360360" cy="360"/>
          </a:xfrm>
          <a:prstGeom prst="bentConnector3">
            <a:avLst>
              <a:gd name="adj1" fmla="val 27600"/>
            </a:avLst>
          </a:prstGeom>
          <a:ln w="18000">
            <a:solidFill>
              <a:srgbClr val="2a6099"/>
            </a:solidFill>
            <a:round/>
          </a:ln>
        </p:spPr>
      </p:cxnSp>
      <p:cxnSp>
        <p:nvCxnSpPr>
          <p:cNvPr id="44" name=""/>
          <p:cNvCxnSpPr>
            <a:stCxn id="45" idx="6"/>
            <a:endCxn id="46" idx="2"/>
          </p:cNvCxnSpPr>
          <p:nvPr/>
        </p:nvCxnSpPr>
        <p:spPr>
          <a:xfrm>
            <a:off x="864000" y="2799720"/>
            <a:ext cx="72360" cy="360"/>
          </a:xfrm>
          <a:prstGeom prst="bentConnector3">
            <a:avLst>
              <a:gd name="adj1" fmla="val 138000"/>
            </a:avLst>
          </a:prstGeom>
          <a:ln w="18000">
            <a:solidFill>
              <a:srgbClr val="2a6099"/>
            </a:solidFill>
            <a:round/>
          </a:ln>
        </p:spPr>
      </p:cxnSp>
      <p:cxnSp>
        <p:nvCxnSpPr>
          <p:cNvPr id="47" name=""/>
          <p:cNvCxnSpPr>
            <a:stCxn id="48" idx="6"/>
            <a:endCxn id="49" idx="2"/>
          </p:cNvCxnSpPr>
          <p:nvPr/>
        </p:nvCxnSpPr>
        <p:spPr>
          <a:xfrm>
            <a:off x="864000" y="3051720"/>
            <a:ext cx="72360" cy="360"/>
          </a:xfrm>
          <a:prstGeom prst="bentConnector3">
            <a:avLst>
              <a:gd name="adj1" fmla="val 138000"/>
            </a:avLst>
          </a:prstGeom>
          <a:ln w="18000">
            <a:solidFill>
              <a:srgbClr val="2a6099"/>
            </a:solidFill>
            <a:round/>
          </a:ln>
        </p:spPr>
      </p:cxnSp>
      <p:cxnSp>
        <p:nvCxnSpPr>
          <p:cNvPr id="50" name=""/>
          <p:cNvCxnSpPr>
            <a:stCxn id="51" idx="6"/>
            <a:endCxn id="52" idx="2"/>
          </p:cNvCxnSpPr>
          <p:nvPr/>
        </p:nvCxnSpPr>
        <p:spPr>
          <a:xfrm rot="10800000">
            <a:off x="540000" y="3447720"/>
            <a:ext cx="720360" cy="360"/>
          </a:xfrm>
          <a:prstGeom prst="bentConnector3">
            <a:avLst>
              <a:gd name="adj1" fmla="val 13800"/>
            </a:avLst>
          </a:prstGeom>
          <a:ln w="18000">
            <a:solidFill>
              <a:srgbClr val="2a6099"/>
            </a:solidFill>
            <a:round/>
          </a:ln>
        </p:spPr>
      </p:cxnSp>
      <p:cxnSp>
        <p:nvCxnSpPr>
          <p:cNvPr id="53" name=""/>
          <p:cNvCxnSpPr>
            <a:stCxn id="54" idx="6"/>
            <a:endCxn id="55" idx="2"/>
          </p:cNvCxnSpPr>
          <p:nvPr/>
        </p:nvCxnSpPr>
        <p:spPr>
          <a:xfrm rot="10800000">
            <a:off x="738720" y="3267720"/>
            <a:ext cx="360360" cy="360"/>
          </a:xfrm>
          <a:prstGeom prst="bentConnector3">
            <a:avLst>
              <a:gd name="adj1" fmla="val 27600"/>
            </a:avLst>
          </a:prstGeom>
          <a:ln w="18000">
            <a:solidFill>
              <a:srgbClr val="2a6099"/>
            </a:solidFill>
            <a:round/>
          </a:ln>
        </p:spPr>
      </p:cxnSp>
      <p:cxnSp>
        <p:nvCxnSpPr>
          <p:cNvPr id="56" name=""/>
          <p:cNvCxnSpPr>
            <a:stCxn id="57" idx="6"/>
            <a:endCxn id="58" idx="2"/>
          </p:cNvCxnSpPr>
          <p:nvPr/>
        </p:nvCxnSpPr>
        <p:spPr>
          <a:xfrm rot="10800000">
            <a:off x="729360" y="3636720"/>
            <a:ext cx="360360" cy="360"/>
          </a:xfrm>
          <a:prstGeom prst="bentConnector3">
            <a:avLst>
              <a:gd name="adj1" fmla="val 27600"/>
            </a:avLst>
          </a:prstGeom>
          <a:ln w="18000">
            <a:solidFill>
              <a:srgbClr val="2a6099"/>
            </a:solidFill>
            <a:round/>
          </a:ln>
        </p:spPr>
      </p:cxnSp>
      <p:cxnSp>
        <p:nvCxnSpPr>
          <p:cNvPr id="59" name=""/>
          <p:cNvCxnSpPr>
            <a:stCxn id="60" idx="6"/>
            <a:endCxn id="61" idx="2"/>
          </p:cNvCxnSpPr>
          <p:nvPr/>
        </p:nvCxnSpPr>
        <p:spPr>
          <a:xfrm rot="10800000">
            <a:off x="873360" y="3852720"/>
            <a:ext cx="72360" cy="360"/>
          </a:xfrm>
          <a:prstGeom prst="bentConnector3">
            <a:avLst>
              <a:gd name="adj1" fmla="val 138000"/>
            </a:avLst>
          </a:prstGeom>
          <a:ln w="18000">
            <a:solidFill>
              <a:srgbClr val="2a6099"/>
            </a:solidFill>
            <a:round/>
          </a:ln>
        </p:spPr>
      </p:cxnSp>
      <p:cxnSp>
        <p:nvCxnSpPr>
          <p:cNvPr id="62" name=""/>
          <p:cNvCxnSpPr>
            <a:stCxn id="63" idx="6"/>
            <a:endCxn id="64" idx="2"/>
          </p:cNvCxnSpPr>
          <p:nvPr/>
        </p:nvCxnSpPr>
        <p:spPr>
          <a:xfrm rot="10800000">
            <a:off x="873360" y="4104720"/>
            <a:ext cx="72360" cy="360"/>
          </a:xfrm>
          <a:prstGeom prst="bentConnector3">
            <a:avLst>
              <a:gd name="adj1" fmla="val 138000"/>
            </a:avLst>
          </a:prstGeom>
          <a:ln w="18000">
            <a:solidFill>
              <a:srgbClr val="2a6099"/>
            </a:solidFill>
            <a:round/>
          </a:ln>
        </p:spPr>
      </p:cxnSp>
      <p:cxnSp>
        <p:nvCxnSpPr>
          <p:cNvPr id="65" name=""/>
          <p:cNvCxnSpPr>
            <a:stCxn id="66" idx="6"/>
            <a:endCxn id="67" idx="2"/>
          </p:cNvCxnSpPr>
          <p:nvPr/>
        </p:nvCxnSpPr>
        <p:spPr>
          <a:xfrm>
            <a:off x="549360" y="4500720"/>
            <a:ext cx="720360" cy="360"/>
          </a:xfrm>
          <a:prstGeom prst="bentConnector3">
            <a:avLst>
              <a:gd name="adj1" fmla="val 13800"/>
            </a:avLst>
          </a:prstGeom>
          <a:ln w="18000">
            <a:solidFill>
              <a:srgbClr val="2a6099"/>
            </a:solidFill>
            <a:round/>
          </a:ln>
        </p:spPr>
      </p:cxnSp>
      <p:cxnSp>
        <p:nvCxnSpPr>
          <p:cNvPr id="68" name=""/>
          <p:cNvCxnSpPr>
            <a:stCxn id="69" idx="6"/>
            <a:endCxn id="70" idx="2"/>
          </p:cNvCxnSpPr>
          <p:nvPr/>
        </p:nvCxnSpPr>
        <p:spPr>
          <a:xfrm>
            <a:off x="729360" y="4320720"/>
            <a:ext cx="360360" cy="360"/>
          </a:xfrm>
          <a:prstGeom prst="bentConnector3">
            <a:avLst>
              <a:gd name="adj1" fmla="val 27600"/>
            </a:avLst>
          </a:prstGeom>
          <a:ln w="18000">
            <a:solidFill>
              <a:srgbClr val="2a6099"/>
            </a:solidFill>
            <a:round/>
          </a:ln>
        </p:spPr>
      </p:cxnSp>
      <p:cxnSp>
        <p:nvCxnSpPr>
          <p:cNvPr id="71" name=""/>
          <p:cNvCxnSpPr>
            <a:stCxn id="72" idx="6"/>
            <a:endCxn id="73" idx="2"/>
          </p:cNvCxnSpPr>
          <p:nvPr/>
        </p:nvCxnSpPr>
        <p:spPr>
          <a:xfrm>
            <a:off x="729360" y="4680720"/>
            <a:ext cx="360360" cy="360"/>
          </a:xfrm>
          <a:prstGeom prst="bentConnector3">
            <a:avLst>
              <a:gd name="adj1" fmla="val 27600"/>
            </a:avLst>
          </a:prstGeom>
          <a:ln w="18000">
            <a:solidFill>
              <a:srgbClr val="2a6099"/>
            </a:solidFill>
            <a:round/>
          </a:ln>
        </p:spPr>
      </p:cxnSp>
      <p:cxnSp>
        <p:nvCxnSpPr>
          <p:cNvPr id="74" name=""/>
          <p:cNvCxnSpPr>
            <a:stCxn id="75" idx="6"/>
            <a:endCxn id="76" idx="2"/>
          </p:cNvCxnSpPr>
          <p:nvPr/>
        </p:nvCxnSpPr>
        <p:spPr>
          <a:xfrm>
            <a:off x="873360" y="4896720"/>
            <a:ext cx="72360" cy="360"/>
          </a:xfrm>
          <a:prstGeom prst="bentConnector3">
            <a:avLst>
              <a:gd name="adj1" fmla="val 138000"/>
            </a:avLst>
          </a:prstGeom>
          <a:ln w="18000">
            <a:solidFill>
              <a:srgbClr val="2a6099"/>
            </a:solidFill>
            <a:round/>
          </a:ln>
        </p:spPr>
      </p:cxnSp>
      <p:cxnSp>
        <p:nvCxnSpPr>
          <p:cNvPr id="77" name=""/>
          <p:cNvCxnSpPr>
            <a:stCxn id="78" idx="6"/>
            <a:endCxn id="79" idx="2"/>
          </p:cNvCxnSpPr>
          <p:nvPr/>
        </p:nvCxnSpPr>
        <p:spPr>
          <a:xfrm>
            <a:off x="873360" y="5148720"/>
            <a:ext cx="72360" cy="360"/>
          </a:xfrm>
          <a:prstGeom prst="bentConnector3">
            <a:avLst>
              <a:gd name="adj1" fmla="val 138000"/>
            </a:avLst>
          </a:prstGeom>
          <a:ln w="18000">
            <a:solidFill>
              <a:srgbClr val="2a6099"/>
            </a:solidFill>
            <a:round/>
          </a:ln>
        </p:spPr>
      </p:cxnSp>
      <p:cxnSp>
        <p:nvCxnSpPr>
          <p:cNvPr id="80" name=""/>
          <p:cNvCxnSpPr>
            <a:stCxn id="81" idx="6"/>
            <a:endCxn id="82" idx="2"/>
          </p:cNvCxnSpPr>
          <p:nvPr/>
        </p:nvCxnSpPr>
        <p:spPr>
          <a:xfrm rot="10800000">
            <a:off x="549360" y="5544720"/>
            <a:ext cx="720360" cy="360"/>
          </a:xfrm>
          <a:prstGeom prst="bentConnector3">
            <a:avLst>
              <a:gd name="adj1" fmla="val 13800"/>
            </a:avLst>
          </a:prstGeom>
          <a:ln w="18000">
            <a:solidFill>
              <a:srgbClr val="2a6099"/>
            </a:solidFill>
            <a:round/>
          </a:ln>
        </p:spPr>
      </p:cxnSp>
      <p:cxnSp>
        <p:nvCxnSpPr>
          <p:cNvPr id="83" name=""/>
          <p:cNvCxnSpPr>
            <a:stCxn id="84" idx="6"/>
            <a:endCxn id="85" idx="2"/>
          </p:cNvCxnSpPr>
          <p:nvPr/>
        </p:nvCxnSpPr>
        <p:spPr>
          <a:xfrm rot="10800000">
            <a:off x="729360" y="5364720"/>
            <a:ext cx="360360" cy="360"/>
          </a:xfrm>
          <a:prstGeom prst="bentConnector3">
            <a:avLst>
              <a:gd name="adj1" fmla="val 27600"/>
            </a:avLst>
          </a:prstGeom>
          <a:ln w="18000">
            <a:solidFill>
              <a:srgbClr val="2a6099"/>
            </a:solidFill>
            <a:round/>
          </a:ln>
        </p:spPr>
      </p:cxnSp>
      <p:sp>
        <p:nvSpPr>
          <p:cNvPr id="7" name=""/>
          <p:cNvSpPr/>
          <p:nvPr/>
        </p:nvSpPr>
        <p:spPr>
          <a:xfrm>
            <a:off x="1260000" y="216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0" name=""/>
          <p:cNvSpPr/>
          <p:nvPr/>
        </p:nvSpPr>
        <p:spPr>
          <a:xfrm>
            <a:off x="1080000" y="396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6" name=""/>
          <p:cNvSpPr/>
          <p:nvPr/>
        </p:nvSpPr>
        <p:spPr>
          <a:xfrm>
            <a:off x="1080000" y="36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3" name=""/>
          <p:cNvSpPr/>
          <p:nvPr/>
        </p:nvSpPr>
        <p:spPr>
          <a:xfrm>
            <a:off x="936000" y="612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9" name=""/>
          <p:cNvSpPr/>
          <p:nvPr/>
        </p:nvSpPr>
        <p:spPr>
          <a:xfrm>
            <a:off x="936000" y="864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21" name=""/>
          <p:cNvSpPr/>
          <p:nvPr/>
        </p:nvSpPr>
        <p:spPr>
          <a:xfrm flipH="1">
            <a:off x="1260000" y="1260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24" name=""/>
          <p:cNvSpPr/>
          <p:nvPr/>
        </p:nvSpPr>
        <p:spPr>
          <a:xfrm flipH="1">
            <a:off x="1080000" y="1080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27" name=""/>
          <p:cNvSpPr/>
          <p:nvPr/>
        </p:nvSpPr>
        <p:spPr>
          <a:xfrm flipH="1">
            <a:off x="1080000" y="1440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30" name=""/>
          <p:cNvSpPr/>
          <p:nvPr/>
        </p:nvSpPr>
        <p:spPr>
          <a:xfrm flipH="1">
            <a:off x="936000" y="1656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33" name=""/>
          <p:cNvSpPr/>
          <p:nvPr/>
        </p:nvSpPr>
        <p:spPr>
          <a:xfrm flipH="1">
            <a:off x="936000" y="1908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37" name=""/>
          <p:cNvSpPr/>
          <p:nvPr/>
        </p:nvSpPr>
        <p:spPr>
          <a:xfrm>
            <a:off x="1260000" y="2304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40" name=""/>
          <p:cNvSpPr/>
          <p:nvPr/>
        </p:nvSpPr>
        <p:spPr>
          <a:xfrm>
            <a:off x="1080000" y="2124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43" name=""/>
          <p:cNvSpPr/>
          <p:nvPr/>
        </p:nvSpPr>
        <p:spPr>
          <a:xfrm>
            <a:off x="1080000" y="2493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46" name=""/>
          <p:cNvSpPr/>
          <p:nvPr/>
        </p:nvSpPr>
        <p:spPr>
          <a:xfrm>
            <a:off x="936000" y="2709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49" name=""/>
          <p:cNvSpPr/>
          <p:nvPr/>
        </p:nvSpPr>
        <p:spPr>
          <a:xfrm>
            <a:off x="936000" y="2961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51" name=""/>
          <p:cNvSpPr/>
          <p:nvPr/>
        </p:nvSpPr>
        <p:spPr>
          <a:xfrm flipH="1">
            <a:off x="1260000" y="3357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54" name=""/>
          <p:cNvSpPr/>
          <p:nvPr/>
        </p:nvSpPr>
        <p:spPr>
          <a:xfrm flipH="1">
            <a:off x="1098720" y="3177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57" name=""/>
          <p:cNvSpPr/>
          <p:nvPr/>
        </p:nvSpPr>
        <p:spPr>
          <a:xfrm flipH="1">
            <a:off x="1089360" y="3546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60" name=""/>
          <p:cNvSpPr/>
          <p:nvPr/>
        </p:nvSpPr>
        <p:spPr>
          <a:xfrm flipH="1">
            <a:off x="945360" y="3762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63" name=""/>
          <p:cNvSpPr/>
          <p:nvPr/>
        </p:nvSpPr>
        <p:spPr>
          <a:xfrm flipH="1">
            <a:off x="945360" y="4014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67" name=""/>
          <p:cNvSpPr/>
          <p:nvPr/>
        </p:nvSpPr>
        <p:spPr>
          <a:xfrm>
            <a:off x="1269360" y="4410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70" name=""/>
          <p:cNvSpPr/>
          <p:nvPr/>
        </p:nvSpPr>
        <p:spPr>
          <a:xfrm>
            <a:off x="1089360" y="4230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73" name=""/>
          <p:cNvSpPr/>
          <p:nvPr/>
        </p:nvSpPr>
        <p:spPr>
          <a:xfrm>
            <a:off x="1089360" y="4590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76" name=""/>
          <p:cNvSpPr/>
          <p:nvPr/>
        </p:nvSpPr>
        <p:spPr>
          <a:xfrm>
            <a:off x="945360" y="4806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79" name=""/>
          <p:cNvSpPr/>
          <p:nvPr/>
        </p:nvSpPr>
        <p:spPr>
          <a:xfrm>
            <a:off x="945360" y="5058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82" name=""/>
          <p:cNvSpPr/>
          <p:nvPr/>
        </p:nvSpPr>
        <p:spPr>
          <a:xfrm flipH="1">
            <a:off x="369360" y="5454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85" name=""/>
          <p:cNvSpPr/>
          <p:nvPr/>
        </p:nvSpPr>
        <p:spPr>
          <a:xfrm flipH="1">
            <a:off x="549360" y="5274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6" name=""/>
          <p:cNvSpPr/>
          <p:nvPr/>
        </p:nvSpPr>
        <p:spPr>
          <a:xfrm>
            <a:off x="360000" y="216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9" name=""/>
          <p:cNvSpPr/>
          <p:nvPr/>
        </p:nvSpPr>
        <p:spPr>
          <a:xfrm>
            <a:off x="540000" y="396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5" name=""/>
          <p:cNvSpPr/>
          <p:nvPr/>
        </p:nvSpPr>
        <p:spPr>
          <a:xfrm>
            <a:off x="540000" y="36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2" name=""/>
          <p:cNvSpPr/>
          <p:nvPr/>
        </p:nvSpPr>
        <p:spPr>
          <a:xfrm>
            <a:off x="684000" y="612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8" name=""/>
          <p:cNvSpPr/>
          <p:nvPr/>
        </p:nvSpPr>
        <p:spPr>
          <a:xfrm>
            <a:off x="684000" y="864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22" name=""/>
          <p:cNvSpPr/>
          <p:nvPr/>
        </p:nvSpPr>
        <p:spPr>
          <a:xfrm flipH="1">
            <a:off x="360000" y="1260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25" name=""/>
          <p:cNvSpPr/>
          <p:nvPr/>
        </p:nvSpPr>
        <p:spPr>
          <a:xfrm flipH="1">
            <a:off x="540000" y="1080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28" name=""/>
          <p:cNvSpPr/>
          <p:nvPr/>
        </p:nvSpPr>
        <p:spPr>
          <a:xfrm flipH="1">
            <a:off x="540000" y="1440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31" name=""/>
          <p:cNvSpPr/>
          <p:nvPr/>
        </p:nvSpPr>
        <p:spPr>
          <a:xfrm flipH="1">
            <a:off x="684000" y="165636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34" name=""/>
          <p:cNvSpPr/>
          <p:nvPr/>
        </p:nvSpPr>
        <p:spPr>
          <a:xfrm flipH="1">
            <a:off x="684000" y="1908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36" name=""/>
          <p:cNvSpPr/>
          <p:nvPr/>
        </p:nvSpPr>
        <p:spPr>
          <a:xfrm>
            <a:off x="360000" y="2304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39" name=""/>
          <p:cNvSpPr/>
          <p:nvPr/>
        </p:nvSpPr>
        <p:spPr>
          <a:xfrm>
            <a:off x="540000" y="212436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42" name=""/>
          <p:cNvSpPr/>
          <p:nvPr/>
        </p:nvSpPr>
        <p:spPr>
          <a:xfrm>
            <a:off x="540000" y="2493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45" name=""/>
          <p:cNvSpPr/>
          <p:nvPr/>
        </p:nvSpPr>
        <p:spPr>
          <a:xfrm>
            <a:off x="684000" y="2709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48" name=""/>
          <p:cNvSpPr/>
          <p:nvPr/>
        </p:nvSpPr>
        <p:spPr>
          <a:xfrm>
            <a:off x="684000" y="2961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52" name=""/>
          <p:cNvSpPr/>
          <p:nvPr/>
        </p:nvSpPr>
        <p:spPr>
          <a:xfrm flipH="1">
            <a:off x="360000" y="3357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55" name=""/>
          <p:cNvSpPr/>
          <p:nvPr/>
        </p:nvSpPr>
        <p:spPr>
          <a:xfrm flipH="1">
            <a:off x="558720" y="3177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58" name=""/>
          <p:cNvSpPr/>
          <p:nvPr/>
        </p:nvSpPr>
        <p:spPr>
          <a:xfrm flipH="1">
            <a:off x="549360" y="3546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61" name=""/>
          <p:cNvSpPr/>
          <p:nvPr/>
        </p:nvSpPr>
        <p:spPr>
          <a:xfrm flipH="1">
            <a:off x="693360" y="3762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64" name=""/>
          <p:cNvSpPr/>
          <p:nvPr/>
        </p:nvSpPr>
        <p:spPr>
          <a:xfrm flipH="1">
            <a:off x="693360" y="4014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66" name=""/>
          <p:cNvSpPr/>
          <p:nvPr/>
        </p:nvSpPr>
        <p:spPr>
          <a:xfrm>
            <a:off x="369360" y="4410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69" name=""/>
          <p:cNvSpPr/>
          <p:nvPr/>
        </p:nvSpPr>
        <p:spPr>
          <a:xfrm>
            <a:off x="549360" y="4230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72" name=""/>
          <p:cNvSpPr/>
          <p:nvPr/>
        </p:nvSpPr>
        <p:spPr>
          <a:xfrm>
            <a:off x="549360" y="4590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75" name=""/>
          <p:cNvSpPr/>
          <p:nvPr/>
        </p:nvSpPr>
        <p:spPr>
          <a:xfrm>
            <a:off x="693360" y="4806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78" name=""/>
          <p:cNvSpPr/>
          <p:nvPr/>
        </p:nvSpPr>
        <p:spPr>
          <a:xfrm>
            <a:off x="693360" y="5058720"/>
            <a:ext cx="180000" cy="180000"/>
          </a:xfrm>
          <a:prstGeom prst="ellipse">
            <a:avLst/>
          </a:prstGeom>
          <a:solidFill>
            <a:srgbClr val="ffd8ce"/>
          </a:solidFill>
          <a:ln w="18000">
            <a:solidFill>
              <a:srgbClr val="ff4000"/>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81" name=""/>
          <p:cNvSpPr/>
          <p:nvPr/>
        </p:nvSpPr>
        <p:spPr>
          <a:xfrm flipH="1">
            <a:off x="1269360" y="5454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84" name=""/>
          <p:cNvSpPr/>
          <p:nvPr/>
        </p:nvSpPr>
        <p:spPr>
          <a:xfrm flipH="1">
            <a:off x="1089360" y="5274720"/>
            <a:ext cx="180000" cy="180000"/>
          </a:xfrm>
          <a:prstGeom prst="ellipse">
            <a:avLst/>
          </a:prstGeom>
          <a:solidFill>
            <a:srgbClr val="dee6ef"/>
          </a:solidFill>
          <a:ln w="18000">
            <a:solidFill>
              <a:srgbClr val="2a6099"/>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620000" y="216000"/>
            <a:ext cx="8100000" cy="936000"/>
          </a:xfrm>
          <a:prstGeom prst="rect">
            <a:avLst/>
          </a:prstGeom>
          <a:noFill/>
          <a:ln w="0">
            <a:noFill/>
          </a:ln>
        </p:spPr>
        <p:txBody>
          <a:bodyPr lIns="0" rIns="0" tIns="0" bIns="0" anchor="ctr">
            <a:normAutofit/>
          </a:bodyPr>
          <a:p>
            <a:pPr indent="0" algn="ctr">
              <a:buNone/>
            </a:pPr>
            <a:r>
              <a:rPr b="0" lang="en-US" sz="3300" spc="-1" strike="noStrike">
                <a:solidFill>
                  <a:srgbClr val="050505"/>
                </a:solidFill>
                <a:latin typeface="Times New Roman"/>
              </a:rPr>
              <a:t>Sprint Review &amp; Retrospective</a:t>
            </a:r>
            <a:endParaRPr b="0" lang="en-US" sz="3300" spc="-1" strike="noStrike">
              <a:solidFill>
                <a:srgbClr val="050505"/>
              </a:solidFill>
              <a:latin typeface="Times New Roman"/>
            </a:endParaRPr>
          </a:p>
        </p:txBody>
      </p:sp>
      <p:sp>
        <p:nvSpPr>
          <p:cNvPr id="91" name="PlaceHolder 2"/>
          <p:cNvSpPr>
            <a:spLocks noGrp="1"/>
          </p:cNvSpPr>
          <p:nvPr>
            <p:ph type="subTitle"/>
          </p:nvPr>
        </p:nvSpPr>
        <p:spPr>
          <a:xfrm>
            <a:off x="1620000" y="1368000"/>
            <a:ext cx="8100000" cy="3288240"/>
          </a:xfrm>
          <a:prstGeom prst="rect">
            <a:avLst/>
          </a:prstGeom>
          <a:noFill/>
          <a:ln w="0">
            <a:noFill/>
          </a:ln>
        </p:spPr>
        <p:txBody>
          <a:bodyPr lIns="0" rIns="0" tIns="0" bIns="0" anchor="ctr">
            <a:noAutofit/>
          </a:bodyPr>
          <a:p>
            <a:pPr indent="0" algn="ctr">
              <a:buNone/>
            </a:pPr>
            <a:r>
              <a:rPr b="0" lang="en-US" sz="3200" spc="-1" strike="noStrike">
                <a:solidFill>
                  <a:srgbClr val="000000"/>
                </a:solidFill>
                <a:latin typeface="Times New Roman"/>
              </a:rPr>
              <a:t>John Taylor – SNHU Travel Project</a:t>
            </a:r>
            <a:endParaRPr b="0" lang="en-US" sz="3200" spc="-1" strike="noStrike">
              <a:solidFill>
                <a:srgbClr val="000000"/>
              </a:solidFill>
              <a:latin typeface="Times New Roman"/>
            </a:endParaRPr>
          </a:p>
        </p:txBody>
      </p:sp>
      <p:sp>
        <p:nvSpPr>
          <p:cNvPr id="4" name="PlaceHolder 3"/>
          <p:cNvSpPr>
            <a:spLocks noGrp="1"/>
          </p:cNvSpPr>
          <p:nvPr>
            <p:ph type="sldNum" idx="3"/>
          </p:nvPr>
        </p:nvSpPr>
        <p:spPr/>
        <p:txBody>
          <a:bodyPr/>
          <a:p>
            <a:fld id="{71E7ABD5-56E7-4FDD-B895-B2B1A1CF1713}"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1620000" y="216000"/>
            <a:ext cx="8100000" cy="936000"/>
          </a:xfrm>
          <a:prstGeom prst="rect">
            <a:avLst/>
          </a:prstGeom>
          <a:noFill/>
          <a:ln w="0">
            <a:noFill/>
          </a:ln>
        </p:spPr>
        <p:txBody>
          <a:bodyPr lIns="0" rIns="0" tIns="0" bIns="0" anchor="ctr">
            <a:normAutofit/>
          </a:bodyPr>
          <a:p>
            <a:pPr indent="0" algn="ctr">
              <a:buNone/>
            </a:pPr>
            <a:r>
              <a:rPr b="0" lang="en-US" sz="3300" spc="-1" strike="noStrike">
                <a:solidFill>
                  <a:srgbClr val="050505"/>
                </a:solidFill>
                <a:latin typeface="Times New Roman"/>
              </a:rPr>
              <a:t>Scrum Roles</a:t>
            </a:r>
            <a:endParaRPr b="0" lang="en-US" sz="3300" spc="-1" strike="noStrike">
              <a:solidFill>
                <a:srgbClr val="050505"/>
              </a:solidFill>
              <a:latin typeface="Times New Roman"/>
            </a:endParaRPr>
          </a:p>
        </p:txBody>
      </p:sp>
      <p:sp>
        <p:nvSpPr>
          <p:cNvPr id="93" name="PlaceHolder 2"/>
          <p:cNvSpPr>
            <a:spLocks noGrp="1"/>
          </p:cNvSpPr>
          <p:nvPr>
            <p:ph/>
          </p:nvPr>
        </p:nvSpPr>
        <p:spPr>
          <a:xfrm>
            <a:off x="1620000" y="1368000"/>
            <a:ext cx="8100000" cy="3288240"/>
          </a:xfrm>
          <a:prstGeom prst="rect">
            <a:avLst/>
          </a:prstGeom>
          <a:noFill/>
          <a:ln w="0">
            <a:noFill/>
          </a:ln>
        </p:spPr>
        <p:txBody>
          <a:bodyPr lIns="0" rIns="0" tIns="0" bIns="0" anchor="t">
            <a:normAutofit/>
          </a:bodyPr>
          <a:p>
            <a:pPr marL="432000" indent="-324000">
              <a:spcAft>
                <a:spcPts val="1060"/>
              </a:spcAft>
              <a:buClr>
                <a:srgbClr val="000000"/>
              </a:buClr>
              <a:buSzPct val="40000"/>
              <a:buFont typeface="Wingdings" charset="2"/>
              <a:buChar char=""/>
            </a:pPr>
            <a:r>
              <a:rPr b="1" lang="en-US" sz="1600" spc="-1" strike="noStrike">
                <a:solidFill>
                  <a:srgbClr val="050505"/>
                </a:solidFill>
                <a:latin typeface="Arial"/>
              </a:rPr>
              <a:t>Product Owner</a:t>
            </a:r>
            <a:r>
              <a:rPr b="0" lang="en-US" sz="1600" spc="-1" strike="noStrike">
                <a:solidFill>
                  <a:srgbClr val="050505"/>
                </a:solidFill>
                <a:latin typeface="Arial"/>
              </a:rPr>
              <a:t>: Responsible for the value of the end product. Organizes Product Backlog, makes sure its goals are visible, clearly expressed, and optimized for success. Ensures the needs of the client/company are understood.</a:t>
            </a:r>
            <a:endParaRPr b="0" lang="en-US" sz="1600" spc="-1" strike="noStrike">
              <a:solidFill>
                <a:srgbClr val="050505"/>
              </a:solidFill>
              <a:latin typeface="Arial"/>
            </a:endParaRPr>
          </a:p>
          <a:p>
            <a:pPr marL="432000" indent="0">
              <a:spcAft>
                <a:spcPts val="1060"/>
              </a:spcAft>
              <a:buNone/>
            </a:pPr>
            <a:endParaRPr b="0" lang="en-US" sz="1600" spc="-1" strike="noStrike">
              <a:solidFill>
                <a:srgbClr val="050505"/>
              </a:solidFill>
              <a:latin typeface="Arial"/>
            </a:endParaRPr>
          </a:p>
          <a:p>
            <a:pPr marL="432000" indent="-324000">
              <a:spcAft>
                <a:spcPts val="1060"/>
              </a:spcAft>
              <a:buClr>
                <a:srgbClr val="000000"/>
              </a:buClr>
              <a:buSzPct val="40000"/>
              <a:buFont typeface="Wingdings" charset="2"/>
              <a:buChar char=""/>
            </a:pPr>
            <a:r>
              <a:rPr b="1" lang="en-US" sz="1600" spc="-1" strike="noStrike">
                <a:solidFill>
                  <a:srgbClr val="050505"/>
                </a:solidFill>
                <a:latin typeface="Arial"/>
              </a:rPr>
              <a:t>Scrum Master</a:t>
            </a:r>
            <a:r>
              <a:rPr b="0" lang="en-US" sz="1600" spc="-1" strike="noStrike">
                <a:solidFill>
                  <a:srgbClr val="050505"/>
                </a:solidFill>
                <a:latin typeface="Arial"/>
              </a:rPr>
              <a:t>: Guides the team during development, teaches about Agile-Scrum methods, assists Backlog management, and facilitates the Scrum events. By removing impediments and interruptions, they ensure the team can get the most out of their time and effort.</a:t>
            </a:r>
            <a:endParaRPr b="0" lang="en-US" sz="1600" spc="-1" strike="noStrike">
              <a:solidFill>
                <a:srgbClr val="050505"/>
              </a:solidFill>
              <a:latin typeface="Arial"/>
            </a:endParaRPr>
          </a:p>
          <a:p>
            <a:pPr marL="432000" indent="0">
              <a:spcAft>
                <a:spcPts val="1060"/>
              </a:spcAft>
              <a:buNone/>
            </a:pPr>
            <a:endParaRPr b="0" lang="en-US" sz="1600" spc="-1" strike="noStrike">
              <a:solidFill>
                <a:srgbClr val="050505"/>
              </a:solidFill>
              <a:latin typeface="Arial"/>
            </a:endParaRPr>
          </a:p>
          <a:p>
            <a:pPr marL="432000" indent="-324000">
              <a:spcAft>
                <a:spcPts val="1060"/>
              </a:spcAft>
              <a:buClr>
                <a:srgbClr val="000000"/>
              </a:buClr>
              <a:buSzPct val="40000"/>
              <a:buFont typeface="Wingdings" charset="2"/>
              <a:buChar char=""/>
            </a:pPr>
            <a:r>
              <a:rPr b="1" lang="en-US" sz="1600" spc="-1" strike="noStrike">
                <a:solidFill>
                  <a:srgbClr val="050505"/>
                </a:solidFill>
                <a:latin typeface="Arial"/>
              </a:rPr>
              <a:t>Team Membe</a:t>
            </a:r>
            <a:r>
              <a:rPr b="0" lang="en-US" sz="1600" spc="-1" strike="noStrike">
                <a:solidFill>
                  <a:srgbClr val="050505"/>
                </a:solidFill>
                <a:latin typeface="Arial"/>
              </a:rPr>
              <a:t>r: A self organizing group of professionals that is responsible for creating, maintaining, designing and implementing the work for the project. Ideally each team is cross-functional with the ability to tackle any problem. </a:t>
            </a:r>
            <a:endParaRPr b="0" lang="en-US" sz="1600" spc="-1" strike="noStrike">
              <a:solidFill>
                <a:srgbClr val="050505"/>
              </a:solidFill>
              <a:latin typeface="Arial"/>
            </a:endParaRPr>
          </a:p>
        </p:txBody>
      </p:sp>
      <p:sp>
        <p:nvSpPr>
          <p:cNvPr id="4" name="PlaceHolder 3"/>
          <p:cNvSpPr>
            <a:spLocks noGrp="1"/>
          </p:cNvSpPr>
          <p:nvPr>
            <p:ph type="sldNum" idx="3"/>
          </p:nvPr>
        </p:nvSpPr>
        <p:spPr/>
        <p:txBody>
          <a:bodyPr/>
          <a:p>
            <a:fld id="{ED78A631-2D2E-42A7-925F-6BEE6E60951F}"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
          <p:cNvSpPr/>
          <p:nvPr/>
        </p:nvSpPr>
        <p:spPr>
          <a:xfrm>
            <a:off x="3657600" y="1143000"/>
            <a:ext cx="4114800" cy="3886200"/>
          </a:xfrm>
          <a:prstGeom prst="ellipse">
            <a:avLst/>
          </a:prstGeom>
          <a:solidFill>
            <a:srgbClr val="dee6ef"/>
          </a:solidFill>
          <a:ln w="18000">
            <a:solidFill>
              <a:srgbClr val="111111"/>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95" name=""/>
          <p:cNvSpPr/>
          <p:nvPr/>
        </p:nvSpPr>
        <p:spPr>
          <a:xfrm>
            <a:off x="3886200" y="1371600"/>
            <a:ext cx="3657600" cy="3429000"/>
          </a:xfrm>
          <a:prstGeom prst="ellipse">
            <a:avLst/>
          </a:prstGeom>
          <a:solidFill>
            <a:srgbClr val="eeeeee"/>
          </a:solidFill>
          <a:ln w="18000">
            <a:solidFill>
              <a:srgbClr val="1c1c1c"/>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96" name=""/>
          <p:cNvSpPr txBox="1"/>
          <p:nvPr/>
        </p:nvSpPr>
        <p:spPr>
          <a:xfrm>
            <a:off x="5029200" y="685800"/>
            <a:ext cx="1371600" cy="60228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1: Concept</a:t>
            </a:r>
            <a:endParaRPr b="0" lang="en-US" sz="1800" spc="-1" strike="noStrike">
              <a:solidFill>
                <a:srgbClr val="000000"/>
              </a:solidFill>
              <a:latin typeface="Arial"/>
            </a:endParaRPr>
          </a:p>
        </p:txBody>
      </p:sp>
      <p:sp>
        <p:nvSpPr>
          <p:cNvPr id="97" name=""/>
          <p:cNvSpPr txBox="1"/>
          <p:nvPr/>
        </p:nvSpPr>
        <p:spPr>
          <a:xfrm>
            <a:off x="7315200" y="1600200"/>
            <a:ext cx="1371600" cy="45720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2: Inception</a:t>
            </a:r>
            <a:endParaRPr b="0" lang="en-US" sz="1800" spc="-1" strike="noStrike">
              <a:solidFill>
                <a:srgbClr val="000000"/>
              </a:solidFill>
              <a:latin typeface="Arial"/>
            </a:endParaRPr>
          </a:p>
        </p:txBody>
      </p:sp>
      <p:sp>
        <p:nvSpPr>
          <p:cNvPr id="98" name=""/>
          <p:cNvSpPr txBox="1"/>
          <p:nvPr/>
        </p:nvSpPr>
        <p:spPr>
          <a:xfrm>
            <a:off x="7543800" y="3997080"/>
            <a:ext cx="1371600" cy="60228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3: Iteration</a:t>
            </a:r>
            <a:endParaRPr b="0" lang="en-US" sz="1800" spc="-1" strike="noStrike">
              <a:solidFill>
                <a:srgbClr val="000000"/>
              </a:solidFill>
              <a:latin typeface="Arial"/>
            </a:endParaRPr>
          </a:p>
        </p:txBody>
      </p:sp>
      <p:sp>
        <p:nvSpPr>
          <p:cNvPr id="99" name=""/>
          <p:cNvSpPr txBox="1"/>
          <p:nvPr/>
        </p:nvSpPr>
        <p:spPr>
          <a:xfrm>
            <a:off x="5257800" y="5029200"/>
            <a:ext cx="1371600" cy="60228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4: Testing</a:t>
            </a:r>
            <a:endParaRPr b="0" lang="en-US" sz="1800" spc="-1" strike="noStrike">
              <a:solidFill>
                <a:srgbClr val="000000"/>
              </a:solidFill>
              <a:latin typeface="Arial"/>
            </a:endParaRPr>
          </a:p>
        </p:txBody>
      </p:sp>
      <p:sp>
        <p:nvSpPr>
          <p:cNvPr id="100" name=""/>
          <p:cNvSpPr txBox="1"/>
          <p:nvPr/>
        </p:nvSpPr>
        <p:spPr>
          <a:xfrm>
            <a:off x="2286000" y="3886200"/>
            <a:ext cx="1600200" cy="60228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5: Production</a:t>
            </a:r>
            <a:endParaRPr b="0" lang="en-US" sz="1800" spc="-1" strike="noStrike">
              <a:solidFill>
                <a:srgbClr val="000000"/>
              </a:solidFill>
              <a:latin typeface="Arial"/>
            </a:endParaRPr>
          </a:p>
        </p:txBody>
      </p:sp>
      <p:sp>
        <p:nvSpPr>
          <p:cNvPr id="101" name=""/>
          <p:cNvSpPr txBox="1"/>
          <p:nvPr/>
        </p:nvSpPr>
        <p:spPr>
          <a:xfrm>
            <a:off x="2971800" y="1600200"/>
            <a:ext cx="1371600" cy="45720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6: Review</a:t>
            </a:r>
            <a:endParaRPr b="0" lang="en-US" sz="1800" spc="-1" strike="noStrike">
              <a:solidFill>
                <a:srgbClr val="000000"/>
              </a:solidFill>
              <a:latin typeface="Arial"/>
            </a:endParaRPr>
          </a:p>
        </p:txBody>
      </p:sp>
      <p:sp>
        <p:nvSpPr>
          <p:cNvPr id="102" name="PlaceHolder 1"/>
          <p:cNvSpPr>
            <a:spLocks noGrp="1"/>
          </p:cNvSpPr>
          <p:nvPr>
            <p:ph type="title"/>
          </p:nvPr>
        </p:nvSpPr>
        <p:spPr>
          <a:xfrm>
            <a:off x="1828800" y="2743200"/>
            <a:ext cx="7981200" cy="469800"/>
          </a:xfrm>
          <a:prstGeom prst="rect">
            <a:avLst/>
          </a:prstGeom>
          <a:noFill/>
          <a:ln w="0">
            <a:noFill/>
          </a:ln>
        </p:spPr>
        <p:txBody>
          <a:bodyPr lIns="0" rIns="0" tIns="0" bIns="0" anchor="ctr">
            <a:normAutofit/>
          </a:bodyPr>
          <a:p>
            <a:pPr indent="0" algn="ctr">
              <a:buNone/>
            </a:pPr>
            <a:r>
              <a:rPr b="0" lang="en-US" sz="3200" spc="-1" strike="noStrike">
                <a:solidFill>
                  <a:srgbClr val="050505"/>
                </a:solidFill>
                <a:latin typeface="Times New Roman"/>
              </a:rPr>
              <a:t>Agile Phases</a:t>
            </a:r>
            <a:endParaRPr b="0" lang="en-US" sz="3200" spc="-1" strike="noStrike">
              <a:solidFill>
                <a:srgbClr val="050505"/>
              </a:solidFill>
              <a:latin typeface="Times New Roman"/>
            </a:endParaRPr>
          </a:p>
        </p:txBody>
      </p:sp>
      <p:sp>
        <p:nvSpPr>
          <p:cNvPr id="3" name="PlaceHolder 2"/>
          <p:cNvSpPr>
            <a:spLocks noGrp="1"/>
          </p:cNvSpPr>
          <p:nvPr>
            <p:ph type="sldNum" idx="3"/>
          </p:nvPr>
        </p:nvSpPr>
        <p:spPr/>
        <p:txBody>
          <a:bodyPr/>
          <a:p>
            <a:fld id="{E03B3996-7D37-4B08-B923-863772DF1880}"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
          <p:cNvSpPr/>
          <p:nvPr/>
        </p:nvSpPr>
        <p:spPr>
          <a:xfrm>
            <a:off x="3657600" y="1143000"/>
            <a:ext cx="4114800" cy="3886200"/>
          </a:xfrm>
          <a:prstGeom prst="ellipse">
            <a:avLst/>
          </a:prstGeom>
          <a:solidFill>
            <a:srgbClr val="dee6ef"/>
          </a:solidFill>
          <a:ln w="18000">
            <a:solidFill>
              <a:srgbClr val="111111"/>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04" name=""/>
          <p:cNvSpPr/>
          <p:nvPr/>
        </p:nvSpPr>
        <p:spPr>
          <a:xfrm>
            <a:off x="3886200" y="1371600"/>
            <a:ext cx="3657600" cy="3429000"/>
          </a:xfrm>
          <a:prstGeom prst="ellipse">
            <a:avLst/>
          </a:prstGeom>
          <a:solidFill>
            <a:srgbClr val="eeeeee"/>
          </a:solidFill>
          <a:ln w="18000">
            <a:solidFill>
              <a:srgbClr val="1c1c1c"/>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05" name=""/>
          <p:cNvSpPr txBox="1"/>
          <p:nvPr/>
        </p:nvSpPr>
        <p:spPr>
          <a:xfrm>
            <a:off x="5029200" y="685800"/>
            <a:ext cx="1371600" cy="60228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1: Concept</a:t>
            </a:r>
            <a:endParaRPr b="0" lang="en-US" sz="1800" spc="-1" strike="noStrike">
              <a:solidFill>
                <a:srgbClr val="000000"/>
              </a:solidFill>
              <a:latin typeface="Arial"/>
            </a:endParaRPr>
          </a:p>
        </p:txBody>
      </p:sp>
      <p:sp>
        <p:nvSpPr>
          <p:cNvPr id="106" name="PlaceHolder 1"/>
          <p:cNvSpPr>
            <a:spLocks noGrp="1"/>
          </p:cNvSpPr>
          <p:nvPr>
            <p:ph type="title"/>
          </p:nvPr>
        </p:nvSpPr>
        <p:spPr>
          <a:xfrm>
            <a:off x="4114800" y="1828800"/>
            <a:ext cx="3200400" cy="2514600"/>
          </a:xfrm>
          <a:prstGeom prst="rect">
            <a:avLst/>
          </a:prstGeom>
          <a:noFill/>
          <a:ln w="0">
            <a:noFill/>
          </a:ln>
        </p:spPr>
        <p:txBody>
          <a:bodyPr lIns="0" rIns="0" tIns="0" bIns="0" anchor="ctr">
            <a:normAutofit/>
          </a:bodyPr>
          <a:p>
            <a:pPr indent="0" algn="ctr">
              <a:buNone/>
            </a:pPr>
            <a:r>
              <a:rPr b="0" lang="en-US" sz="1800" spc="-1" strike="noStrike">
                <a:solidFill>
                  <a:srgbClr val="050505"/>
                </a:solidFill>
                <a:latin typeface="Times New Roman"/>
              </a:rPr>
              <a:t>The product owners work together to define the goals of the project. Requirements, expenses, and estimated time to completion is considered.</a:t>
            </a:r>
            <a:endParaRPr b="0" lang="en-US" sz="1800" spc="-1" strike="noStrike">
              <a:solidFill>
                <a:srgbClr val="050505"/>
              </a:solidFill>
              <a:latin typeface="Times New Roman"/>
            </a:endParaRPr>
          </a:p>
        </p:txBody>
      </p:sp>
      <p:sp>
        <p:nvSpPr>
          <p:cNvPr id="3" name="PlaceHolder 2"/>
          <p:cNvSpPr>
            <a:spLocks noGrp="1"/>
          </p:cNvSpPr>
          <p:nvPr>
            <p:ph type="sldNum" idx="3"/>
          </p:nvPr>
        </p:nvSpPr>
        <p:spPr/>
        <p:txBody>
          <a:bodyPr/>
          <a:p>
            <a:fld id="{9962AA5D-3A05-4A8C-871D-0E49DE48593D}"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
          <p:cNvSpPr/>
          <p:nvPr/>
        </p:nvSpPr>
        <p:spPr>
          <a:xfrm>
            <a:off x="3657600" y="1143000"/>
            <a:ext cx="4114800" cy="3886200"/>
          </a:xfrm>
          <a:prstGeom prst="ellipse">
            <a:avLst/>
          </a:prstGeom>
          <a:solidFill>
            <a:srgbClr val="dee6ef"/>
          </a:solidFill>
          <a:ln w="18000">
            <a:solidFill>
              <a:srgbClr val="111111"/>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08" name=""/>
          <p:cNvSpPr/>
          <p:nvPr/>
        </p:nvSpPr>
        <p:spPr>
          <a:xfrm>
            <a:off x="3886200" y="1371600"/>
            <a:ext cx="3657600" cy="3429000"/>
          </a:xfrm>
          <a:prstGeom prst="ellipse">
            <a:avLst/>
          </a:prstGeom>
          <a:solidFill>
            <a:srgbClr val="eeeeee"/>
          </a:solidFill>
          <a:ln w="18000">
            <a:solidFill>
              <a:srgbClr val="1c1c1c"/>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09" name="PlaceHolder 1"/>
          <p:cNvSpPr>
            <a:spLocks noGrp="1"/>
          </p:cNvSpPr>
          <p:nvPr>
            <p:ph type="title"/>
          </p:nvPr>
        </p:nvSpPr>
        <p:spPr>
          <a:xfrm>
            <a:off x="4114800" y="1828800"/>
            <a:ext cx="3200400" cy="2514600"/>
          </a:xfrm>
          <a:prstGeom prst="rect">
            <a:avLst/>
          </a:prstGeom>
          <a:noFill/>
          <a:ln w="0">
            <a:noFill/>
          </a:ln>
        </p:spPr>
        <p:txBody>
          <a:bodyPr lIns="0" rIns="0" tIns="0" bIns="0" anchor="ctr">
            <a:normAutofit/>
          </a:bodyPr>
          <a:p>
            <a:pPr indent="0" algn="ctr">
              <a:buNone/>
            </a:pPr>
            <a:r>
              <a:rPr b="0" lang="en-US" sz="1800" spc="-1" strike="noStrike">
                <a:solidFill>
                  <a:srgbClr val="050505"/>
                </a:solidFill>
                <a:latin typeface="Times New Roman"/>
              </a:rPr>
              <a:t>The founding members of the team then assign roles, divvy up responsibilities, and provides the resources necessary to begin development.</a:t>
            </a:r>
            <a:endParaRPr b="0" lang="en-US" sz="1800" spc="-1" strike="noStrike">
              <a:solidFill>
                <a:srgbClr val="050505"/>
              </a:solidFill>
              <a:latin typeface="Times New Roman"/>
            </a:endParaRPr>
          </a:p>
        </p:txBody>
      </p:sp>
      <p:sp>
        <p:nvSpPr>
          <p:cNvPr id="110" name=""/>
          <p:cNvSpPr txBox="1"/>
          <p:nvPr/>
        </p:nvSpPr>
        <p:spPr>
          <a:xfrm>
            <a:off x="7315200" y="1600200"/>
            <a:ext cx="1371600" cy="45720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2: Inception</a:t>
            </a:r>
            <a:endParaRPr b="0" lang="en-US" sz="1800" spc="-1" strike="noStrike">
              <a:solidFill>
                <a:srgbClr val="000000"/>
              </a:solidFill>
              <a:latin typeface="Arial"/>
            </a:endParaRPr>
          </a:p>
        </p:txBody>
      </p:sp>
      <p:sp>
        <p:nvSpPr>
          <p:cNvPr id="3" name="PlaceHolder 2"/>
          <p:cNvSpPr>
            <a:spLocks noGrp="1"/>
          </p:cNvSpPr>
          <p:nvPr>
            <p:ph type="sldNum" idx="3"/>
          </p:nvPr>
        </p:nvSpPr>
        <p:spPr/>
        <p:txBody>
          <a:bodyPr/>
          <a:p>
            <a:fld id="{D64C2D94-F636-4F27-B2CE-D8F581EACA1D}"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p:nvPr/>
        </p:nvSpPr>
        <p:spPr>
          <a:xfrm>
            <a:off x="3657600" y="1143000"/>
            <a:ext cx="4114800" cy="3886200"/>
          </a:xfrm>
          <a:prstGeom prst="ellipse">
            <a:avLst/>
          </a:prstGeom>
          <a:solidFill>
            <a:srgbClr val="dee6ef"/>
          </a:solidFill>
          <a:ln w="18000">
            <a:solidFill>
              <a:srgbClr val="111111"/>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12" name=""/>
          <p:cNvSpPr/>
          <p:nvPr/>
        </p:nvSpPr>
        <p:spPr>
          <a:xfrm>
            <a:off x="3886200" y="1371600"/>
            <a:ext cx="3657600" cy="3429000"/>
          </a:xfrm>
          <a:prstGeom prst="ellipse">
            <a:avLst/>
          </a:prstGeom>
          <a:solidFill>
            <a:srgbClr val="eeeeee"/>
          </a:solidFill>
          <a:ln w="18000">
            <a:solidFill>
              <a:srgbClr val="1c1c1c"/>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13" name="PlaceHolder 1"/>
          <p:cNvSpPr>
            <a:spLocks noGrp="1"/>
          </p:cNvSpPr>
          <p:nvPr>
            <p:ph type="title"/>
          </p:nvPr>
        </p:nvSpPr>
        <p:spPr>
          <a:xfrm>
            <a:off x="4114800" y="1828800"/>
            <a:ext cx="3200400" cy="2514600"/>
          </a:xfrm>
          <a:prstGeom prst="rect">
            <a:avLst/>
          </a:prstGeom>
          <a:noFill/>
          <a:ln w="0">
            <a:noFill/>
          </a:ln>
        </p:spPr>
        <p:txBody>
          <a:bodyPr lIns="0" rIns="0" tIns="0" bIns="0" anchor="ctr">
            <a:normAutofit/>
          </a:bodyPr>
          <a:p>
            <a:pPr indent="0" algn="ctr">
              <a:buNone/>
            </a:pPr>
            <a:r>
              <a:rPr b="0" lang="en-US" sz="1800" spc="-1" strike="noStrike">
                <a:solidFill>
                  <a:srgbClr val="050505"/>
                </a:solidFill>
                <a:latin typeface="Times New Roman"/>
              </a:rPr>
              <a:t>Also called the development phase, it is the longest. This is the time spent going through the backlog and completing iterations of the product every sprint. The initial goal is to create a minimum viable product and to add to it as time goes on. </a:t>
            </a:r>
            <a:endParaRPr b="0" lang="en-US" sz="1800" spc="-1" strike="noStrike">
              <a:solidFill>
                <a:srgbClr val="050505"/>
              </a:solidFill>
              <a:latin typeface="Times New Roman"/>
            </a:endParaRPr>
          </a:p>
        </p:txBody>
      </p:sp>
      <p:sp>
        <p:nvSpPr>
          <p:cNvPr id="114" name=""/>
          <p:cNvSpPr txBox="1"/>
          <p:nvPr/>
        </p:nvSpPr>
        <p:spPr>
          <a:xfrm>
            <a:off x="7543800" y="3997440"/>
            <a:ext cx="1371600" cy="60228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3: Iteration</a:t>
            </a:r>
            <a:endParaRPr b="0" lang="en-US" sz="1800" spc="-1" strike="noStrike">
              <a:solidFill>
                <a:srgbClr val="000000"/>
              </a:solidFill>
              <a:latin typeface="Arial"/>
            </a:endParaRPr>
          </a:p>
        </p:txBody>
      </p:sp>
      <p:sp>
        <p:nvSpPr>
          <p:cNvPr id="3" name="PlaceHolder 2"/>
          <p:cNvSpPr>
            <a:spLocks noGrp="1"/>
          </p:cNvSpPr>
          <p:nvPr>
            <p:ph type="sldNum" idx="3"/>
          </p:nvPr>
        </p:nvSpPr>
        <p:spPr/>
        <p:txBody>
          <a:bodyPr/>
          <a:p>
            <a:fld id="{7831F1FB-D816-40D8-97A3-FC842D90F538}"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
          <p:cNvSpPr/>
          <p:nvPr/>
        </p:nvSpPr>
        <p:spPr>
          <a:xfrm>
            <a:off x="3657600" y="1143000"/>
            <a:ext cx="4114800" cy="3886200"/>
          </a:xfrm>
          <a:prstGeom prst="ellipse">
            <a:avLst/>
          </a:prstGeom>
          <a:solidFill>
            <a:srgbClr val="dee6ef"/>
          </a:solidFill>
          <a:ln w="18000">
            <a:solidFill>
              <a:srgbClr val="111111"/>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16" name=""/>
          <p:cNvSpPr/>
          <p:nvPr/>
        </p:nvSpPr>
        <p:spPr>
          <a:xfrm>
            <a:off x="3886200" y="1371600"/>
            <a:ext cx="3657600" cy="3429000"/>
          </a:xfrm>
          <a:prstGeom prst="ellipse">
            <a:avLst/>
          </a:prstGeom>
          <a:solidFill>
            <a:srgbClr val="eeeeee"/>
          </a:solidFill>
          <a:ln w="18000">
            <a:solidFill>
              <a:srgbClr val="1c1c1c"/>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17" name="PlaceHolder 1"/>
          <p:cNvSpPr>
            <a:spLocks noGrp="1"/>
          </p:cNvSpPr>
          <p:nvPr>
            <p:ph type="title"/>
          </p:nvPr>
        </p:nvSpPr>
        <p:spPr>
          <a:xfrm>
            <a:off x="4114800" y="1828800"/>
            <a:ext cx="3200400" cy="2514600"/>
          </a:xfrm>
          <a:prstGeom prst="rect">
            <a:avLst/>
          </a:prstGeom>
          <a:noFill/>
          <a:ln w="0">
            <a:noFill/>
          </a:ln>
        </p:spPr>
        <p:txBody>
          <a:bodyPr lIns="0" rIns="0" tIns="0" bIns="0" anchor="ctr">
            <a:normAutofit/>
          </a:bodyPr>
          <a:p>
            <a:pPr indent="0" algn="ctr">
              <a:buNone/>
            </a:pPr>
            <a:r>
              <a:rPr b="0" lang="en-US" sz="1800" spc="-1" strike="noStrike">
                <a:solidFill>
                  <a:srgbClr val="050505"/>
                </a:solidFill>
                <a:latin typeface="Times New Roman"/>
              </a:rPr>
              <a:t>After the development cycle has concluded, the work that has been done must go through testing to ensure it produces the desired output. Tests are designed and implemented as quality control, and trial runs are done with small focus groups.</a:t>
            </a:r>
            <a:endParaRPr b="0" lang="en-US" sz="1800" spc="-1" strike="noStrike">
              <a:solidFill>
                <a:srgbClr val="050505"/>
              </a:solidFill>
              <a:latin typeface="Times New Roman"/>
            </a:endParaRPr>
          </a:p>
        </p:txBody>
      </p:sp>
      <p:sp>
        <p:nvSpPr>
          <p:cNvPr id="118" name=""/>
          <p:cNvSpPr txBox="1"/>
          <p:nvPr/>
        </p:nvSpPr>
        <p:spPr>
          <a:xfrm>
            <a:off x="5257800" y="5029560"/>
            <a:ext cx="1371600" cy="60228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4: Testing</a:t>
            </a:r>
            <a:endParaRPr b="0" lang="en-US" sz="1800" spc="-1" strike="noStrike">
              <a:solidFill>
                <a:srgbClr val="000000"/>
              </a:solidFill>
              <a:latin typeface="Arial"/>
            </a:endParaRPr>
          </a:p>
        </p:txBody>
      </p:sp>
      <p:sp>
        <p:nvSpPr>
          <p:cNvPr id="3" name="PlaceHolder 2"/>
          <p:cNvSpPr>
            <a:spLocks noGrp="1"/>
          </p:cNvSpPr>
          <p:nvPr>
            <p:ph type="sldNum" idx="3"/>
          </p:nvPr>
        </p:nvSpPr>
        <p:spPr/>
        <p:txBody>
          <a:bodyPr/>
          <a:p>
            <a:fld id="{574F5E5F-112F-44D1-9860-A360F3FB1202}"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
          <p:cNvSpPr/>
          <p:nvPr/>
        </p:nvSpPr>
        <p:spPr>
          <a:xfrm>
            <a:off x="3657600" y="1143000"/>
            <a:ext cx="4114800" cy="3886200"/>
          </a:xfrm>
          <a:prstGeom prst="ellipse">
            <a:avLst/>
          </a:prstGeom>
          <a:solidFill>
            <a:srgbClr val="dee6ef"/>
          </a:solidFill>
          <a:ln w="18000">
            <a:solidFill>
              <a:srgbClr val="111111"/>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20" name=""/>
          <p:cNvSpPr/>
          <p:nvPr/>
        </p:nvSpPr>
        <p:spPr>
          <a:xfrm>
            <a:off x="3886200" y="1371600"/>
            <a:ext cx="3657600" cy="3429000"/>
          </a:xfrm>
          <a:prstGeom prst="ellipse">
            <a:avLst/>
          </a:prstGeom>
          <a:solidFill>
            <a:srgbClr val="eeeeee"/>
          </a:solidFill>
          <a:ln w="18000">
            <a:solidFill>
              <a:srgbClr val="1c1c1c"/>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21" name="PlaceHolder 1"/>
          <p:cNvSpPr>
            <a:spLocks noGrp="1"/>
          </p:cNvSpPr>
          <p:nvPr>
            <p:ph type="title"/>
          </p:nvPr>
        </p:nvSpPr>
        <p:spPr>
          <a:xfrm>
            <a:off x="4114800" y="1828800"/>
            <a:ext cx="3200400" cy="2514600"/>
          </a:xfrm>
          <a:prstGeom prst="rect">
            <a:avLst/>
          </a:prstGeom>
          <a:noFill/>
          <a:ln w="0">
            <a:noFill/>
          </a:ln>
        </p:spPr>
        <p:txBody>
          <a:bodyPr lIns="0" rIns="0" tIns="0" bIns="0" anchor="ctr">
            <a:normAutofit/>
          </a:bodyPr>
          <a:p>
            <a:pPr indent="0" algn="ctr">
              <a:buNone/>
            </a:pPr>
            <a:r>
              <a:rPr b="0" lang="en-US" sz="1800" spc="-1" strike="noStrike">
                <a:solidFill>
                  <a:srgbClr val="050505"/>
                </a:solidFill>
                <a:latin typeface="Times New Roman"/>
              </a:rPr>
              <a:t>The project is deployed to the cloud or on-site hosting is setup by the company. The product is now live and can be accessed by users. </a:t>
            </a:r>
            <a:endParaRPr b="0" lang="en-US" sz="1800" spc="-1" strike="noStrike">
              <a:solidFill>
                <a:srgbClr val="050505"/>
              </a:solidFill>
              <a:latin typeface="Times New Roman"/>
            </a:endParaRPr>
          </a:p>
        </p:txBody>
      </p:sp>
      <p:sp>
        <p:nvSpPr>
          <p:cNvPr id="122" name=""/>
          <p:cNvSpPr txBox="1"/>
          <p:nvPr/>
        </p:nvSpPr>
        <p:spPr>
          <a:xfrm>
            <a:off x="2286360" y="3886560"/>
            <a:ext cx="1600200" cy="60228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5: Production</a:t>
            </a:r>
            <a:endParaRPr b="0" lang="en-US" sz="1800" spc="-1" strike="noStrike">
              <a:solidFill>
                <a:srgbClr val="000000"/>
              </a:solidFill>
              <a:latin typeface="Arial"/>
            </a:endParaRPr>
          </a:p>
        </p:txBody>
      </p:sp>
      <p:sp>
        <p:nvSpPr>
          <p:cNvPr id="3" name="PlaceHolder 2"/>
          <p:cNvSpPr>
            <a:spLocks noGrp="1"/>
          </p:cNvSpPr>
          <p:nvPr>
            <p:ph type="sldNum" idx="3"/>
          </p:nvPr>
        </p:nvSpPr>
        <p:spPr/>
        <p:txBody>
          <a:bodyPr/>
          <a:p>
            <a:fld id="{1E8E92C2-BCFC-4084-8137-5F45B7E5809A}"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
          <p:cNvSpPr/>
          <p:nvPr/>
        </p:nvSpPr>
        <p:spPr>
          <a:xfrm>
            <a:off x="3657600" y="1143000"/>
            <a:ext cx="4114800" cy="3886200"/>
          </a:xfrm>
          <a:prstGeom prst="ellipse">
            <a:avLst/>
          </a:prstGeom>
          <a:solidFill>
            <a:srgbClr val="dee6ef"/>
          </a:solidFill>
          <a:ln w="18000">
            <a:solidFill>
              <a:srgbClr val="111111"/>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24" name=""/>
          <p:cNvSpPr/>
          <p:nvPr/>
        </p:nvSpPr>
        <p:spPr>
          <a:xfrm>
            <a:off x="3886200" y="1371600"/>
            <a:ext cx="3657600" cy="3429000"/>
          </a:xfrm>
          <a:prstGeom prst="ellipse">
            <a:avLst/>
          </a:prstGeom>
          <a:solidFill>
            <a:srgbClr val="eeeeee"/>
          </a:solidFill>
          <a:ln w="18000">
            <a:solidFill>
              <a:srgbClr val="1c1c1c"/>
            </a:solidFill>
            <a:round/>
          </a:ln>
        </p:spPr>
        <p:style>
          <a:lnRef idx="0"/>
          <a:fillRef idx="0"/>
          <a:effectRef idx="0"/>
          <a:fontRef idx="minor"/>
        </p:style>
        <p:txBody>
          <a:bodyPr wrap="none" lIns="90000" rIns="90000" tIns="45000" bIns="45000" anchor="ctr">
            <a:noAutofit/>
          </a:bodyPr>
          <a:p>
            <a:endParaRPr b="0" lang="en-US" sz="1800" spc="-1" strike="noStrike">
              <a:solidFill>
                <a:srgbClr val="000000"/>
              </a:solidFill>
              <a:latin typeface="Arial"/>
            </a:endParaRPr>
          </a:p>
        </p:txBody>
      </p:sp>
      <p:sp>
        <p:nvSpPr>
          <p:cNvPr id="125" name="PlaceHolder 1"/>
          <p:cNvSpPr>
            <a:spLocks noGrp="1"/>
          </p:cNvSpPr>
          <p:nvPr>
            <p:ph type="title"/>
          </p:nvPr>
        </p:nvSpPr>
        <p:spPr>
          <a:xfrm>
            <a:off x="4114800" y="1828800"/>
            <a:ext cx="3200400" cy="2514600"/>
          </a:xfrm>
          <a:prstGeom prst="rect">
            <a:avLst/>
          </a:prstGeom>
          <a:noFill/>
          <a:ln w="0">
            <a:noFill/>
          </a:ln>
        </p:spPr>
        <p:txBody>
          <a:bodyPr lIns="0" rIns="0" tIns="0" bIns="0" anchor="ctr">
            <a:normAutofit/>
          </a:bodyPr>
          <a:p>
            <a:pPr indent="0" algn="ctr">
              <a:buNone/>
            </a:pPr>
            <a:r>
              <a:rPr b="0" lang="en-US" sz="1800" spc="-1" strike="noStrike">
                <a:solidFill>
                  <a:srgbClr val="050505"/>
                </a:solidFill>
                <a:latin typeface="Times New Roman"/>
              </a:rPr>
              <a:t>The product is now in need of support, hot fixes, and last minute polish. The company and its stakeholders set new goals, consider improvements, and collect feedback from users.</a:t>
            </a:r>
            <a:endParaRPr b="0" lang="en-US" sz="1800" spc="-1" strike="noStrike">
              <a:solidFill>
                <a:srgbClr val="050505"/>
              </a:solidFill>
              <a:latin typeface="Times New Roman"/>
            </a:endParaRPr>
          </a:p>
        </p:txBody>
      </p:sp>
      <p:sp>
        <p:nvSpPr>
          <p:cNvPr id="126" name=""/>
          <p:cNvSpPr txBox="1"/>
          <p:nvPr/>
        </p:nvSpPr>
        <p:spPr>
          <a:xfrm>
            <a:off x="2971800" y="1600200"/>
            <a:ext cx="1371600" cy="457200"/>
          </a:xfrm>
          <a:prstGeom prst="rect">
            <a:avLst/>
          </a:prstGeom>
          <a:noFill/>
          <a:ln w="18000">
            <a:noFill/>
          </a:ln>
        </p:spPr>
        <p:txBody>
          <a:bodyPr lIns="90000" rIns="90000" tIns="45000" bIns="45000" anchor="t">
            <a:noAutofit/>
          </a:bodyPr>
          <a:p>
            <a:r>
              <a:rPr b="0" lang="en-US" sz="1800" spc="-1" strike="noStrike">
                <a:solidFill>
                  <a:srgbClr val="000000"/>
                </a:solidFill>
                <a:latin typeface="Arial"/>
              </a:rPr>
              <a:t>6: Review</a:t>
            </a:r>
            <a:endParaRPr b="0" lang="en-US" sz="1800" spc="-1" strike="noStrike">
              <a:solidFill>
                <a:srgbClr val="000000"/>
              </a:solidFill>
              <a:latin typeface="Arial"/>
            </a:endParaRPr>
          </a:p>
        </p:txBody>
      </p:sp>
      <p:sp>
        <p:nvSpPr>
          <p:cNvPr id="3" name="PlaceHolder 2"/>
          <p:cNvSpPr>
            <a:spLocks noGrp="1"/>
          </p:cNvSpPr>
          <p:nvPr>
            <p:ph type="sldNum" idx="3"/>
          </p:nvPr>
        </p:nvSpPr>
        <p:spPr/>
        <p:txBody>
          <a:bodyPr/>
          <a:p>
            <a:fld id="{C647CB00-9553-404C-92E1-5436528DFF1A}"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620000" y="216000"/>
            <a:ext cx="8100000" cy="936000"/>
          </a:xfrm>
          <a:prstGeom prst="rect">
            <a:avLst/>
          </a:prstGeom>
          <a:noFill/>
          <a:ln w="0">
            <a:noFill/>
          </a:ln>
        </p:spPr>
        <p:txBody>
          <a:bodyPr lIns="0" rIns="0" tIns="0" bIns="0" anchor="ctr">
            <a:normAutofit/>
          </a:bodyPr>
          <a:p>
            <a:pPr indent="0" algn="ctr">
              <a:buNone/>
            </a:pPr>
            <a:r>
              <a:rPr b="0" lang="en-US" sz="3300" spc="-1" strike="noStrike">
                <a:solidFill>
                  <a:srgbClr val="050505"/>
                </a:solidFill>
                <a:latin typeface="Times New Roman"/>
              </a:rPr>
              <a:t>Waterfall Planning Method</a:t>
            </a:r>
            <a:endParaRPr b="0" lang="en-US" sz="3300" spc="-1" strike="noStrike">
              <a:solidFill>
                <a:srgbClr val="050505"/>
              </a:solidFill>
              <a:latin typeface="Times New Roman"/>
            </a:endParaRPr>
          </a:p>
        </p:txBody>
      </p:sp>
      <p:sp>
        <p:nvSpPr>
          <p:cNvPr id="128" name="PlaceHolder 2"/>
          <p:cNvSpPr>
            <a:spLocks noGrp="1"/>
          </p:cNvSpPr>
          <p:nvPr>
            <p:ph/>
          </p:nvPr>
        </p:nvSpPr>
        <p:spPr>
          <a:xfrm>
            <a:off x="1620000" y="1368000"/>
            <a:ext cx="8100000" cy="3288240"/>
          </a:xfrm>
          <a:prstGeom prst="rect">
            <a:avLst/>
          </a:prstGeom>
          <a:noFill/>
          <a:ln w="0">
            <a:noFill/>
          </a:ln>
        </p:spPr>
        <p:txBody>
          <a:bodyPr lIns="0" rIns="0" tIns="0" bIns="0" anchor="t">
            <a:normAutofit/>
          </a:bodyPr>
          <a:p>
            <a:pPr marL="432000" indent="-324000">
              <a:spcAft>
                <a:spcPts val="1060"/>
              </a:spcAft>
              <a:buClr>
                <a:srgbClr val="000000"/>
              </a:buClr>
              <a:buSzPct val="40000"/>
              <a:buFont typeface="Wingdings" charset="2"/>
              <a:buChar char=""/>
            </a:pPr>
            <a:r>
              <a:rPr b="0" lang="en-US" sz="2400" spc="-1" strike="noStrike">
                <a:solidFill>
                  <a:srgbClr val="050505"/>
                </a:solidFill>
                <a:latin typeface="Arial"/>
              </a:rPr>
              <a:t>While having similar stages of planning compared to Agile methods, the execution is in sequential order with little room for change mid-project. </a:t>
            </a:r>
            <a:endParaRPr b="0" lang="en-US" sz="2400" spc="-1" strike="noStrike">
              <a:solidFill>
                <a:srgbClr val="050505"/>
              </a:solidFill>
              <a:latin typeface="Arial"/>
            </a:endParaRPr>
          </a:p>
          <a:p>
            <a:pPr marL="432000" indent="-324000">
              <a:spcAft>
                <a:spcPts val="1060"/>
              </a:spcAft>
              <a:buClr>
                <a:srgbClr val="000000"/>
              </a:buClr>
              <a:buSzPct val="40000"/>
              <a:buFont typeface="Wingdings" charset="2"/>
              <a:buChar char=""/>
            </a:pPr>
            <a:r>
              <a:rPr b="0" lang="en-US" sz="2400" spc="-1" strike="noStrike">
                <a:solidFill>
                  <a:srgbClr val="050505"/>
                </a:solidFill>
                <a:latin typeface="Arial"/>
              </a:rPr>
              <a:t>Waterfall planning is predictable and stable, stakeholders have a clear idea of what they will get and when, so long as things go according to plan. </a:t>
            </a:r>
            <a:endParaRPr b="0" lang="en-US" sz="2400" spc="-1" strike="noStrike">
              <a:solidFill>
                <a:srgbClr val="050505"/>
              </a:solidFill>
              <a:latin typeface="Arial"/>
            </a:endParaRPr>
          </a:p>
        </p:txBody>
      </p:sp>
      <p:sp>
        <p:nvSpPr>
          <p:cNvPr id="4" name="PlaceHolder 3"/>
          <p:cNvSpPr>
            <a:spLocks noGrp="1"/>
          </p:cNvSpPr>
          <p:nvPr>
            <p:ph type="sldNum" idx="3"/>
          </p:nvPr>
        </p:nvSpPr>
        <p:spPr/>
        <p:txBody>
          <a:bodyPr/>
          <a:p>
            <a:fld id="{2ECBBCF1-AC31-43FC-9C7F-01F0C7FE8A5D}"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620000" y="216000"/>
            <a:ext cx="8100000" cy="936000"/>
          </a:xfrm>
          <a:prstGeom prst="rect">
            <a:avLst/>
          </a:prstGeom>
          <a:noFill/>
          <a:ln w="0">
            <a:noFill/>
          </a:ln>
        </p:spPr>
        <p:txBody>
          <a:bodyPr lIns="0" rIns="0" tIns="0" bIns="0" anchor="ctr">
            <a:normAutofit/>
          </a:bodyPr>
          <a:p>
            <a:pPr indent="0" algn="ctr">
              <a:buNone/>
            </a:pPr>
            <a:r>
              <a:rPr b="0" lang="en-US" sz="3300" spc="-1" strike="noStrike">
                <a:solidFill>
                  <a:srgbClr val="050505"/>
                </a:solidFill>
                <a:latin typeface="Times New Roman"/>
              </a:rPr>
              <a:t>Agile – Waterfall Comparison</a:t>
            </a:r>
            <a:endParaRPr b="0" lang="en-US" sz="3300" spc="-1" strike="noStrike">
              <a:solidFill>
                <a:srgbClr val="050505"/>
              </a:solidFill>
              <a:latin typeface="Times New Roman"/>
            </a:endParaRPr>
          </a:p>
        </p:txBody>
      </p:sp>
      <p:sp>
        <p:nvSpPr>
          <p:cNvPr id="130" name="PlaceHolder 2"/>
          <p:cNvSpPr>
            <a:spLocks noGrp="1"/>
          </p:cNvSpPr>
          <p:nvPr>
            <p:ph/>
          </p:nvPr>
        </p:nvSpPr>
        <p:spPr>
          <a:xfrm>
            <a:off x="1620000" y="1368000"/>
            <a:ext cx="8100000" cy="3288240"/>
          </a:xfrm>
          <a:prstGeom prst="rect">
            <a:avLst/>
          </a:prstGeom>
          <a:noFill/>
          <a:ln w="0">
            <a:noFill/>
          </a:ln>
        </p:spPr>
        <p:txBody>
          <a:bodyPr lIns="0" rIns="0" tIns="0" bIns="0" anchor="t">
            <a:normAutofit/>
          </a:bodyPr>
          <a:p>
            <a:pPr marL="432000" indent="-324000">
              <a:spcAft>
                <a:spcPts val="1060"/>
              </a:spcAft>
              <a:buClr>
                <a:srgbClr val="000000"/>
              </a:buClr>
              <a:buSzPct val="40000"/>
              <a:buFont typeface="Wingdings" charset="2"/>
              <a:buChar char=""/>
            </a:pPr>
            <a:r>
              <a:rPr b="0" lang="en-US" sz="1600" spc="-1" strike="noStrike">
                <a:solidFill>
                  <a:srgbClr val="050505"/>
                </a:solidFill>
                <a:latin typeface="Arial"/>
              </a:rPr>
              <a:t>If your goal is to design a product that has a clear end result, with known limitations, the Waterfall Methodology is a natural choice. By having this information up front, you can predict potential obstacles and design the plan to accommodate. For instance, if you were trying to build a new variant of a car engine, you would have a foundation of prior knowledge to build on. The technology isn’t new, you are just improving upon it. Waterfall works best in this type of project.</a:t>
            </a:r>
            <a:endParaRPr b="0" lang="en-US" sz="1600" spc="-1" strike="noStrike">
              <a:solidFill>
                <a:srgbClr val="050505"/>
              </a:solidFill>
              <a:latin typeface="Arial"/>
            </a:endParaRPr>
          </a:p>
          <a:p>
            <a:pPr marL="432000" indent="-324000">
              <a:spcAft>
                <a:spcPts val="1060"/>
              </a:spcAft>
              <a:buClr>
                <a:srgbClr val="000000"/>
              </a:buClr>
              <a:buSzPct val="40000"/>
              <a:buFont typeface="Wingdings" charset="2"/>
              <a:buChar char=""/>
            </a:pPr>
            <a:r>
              <a:rPr b="0" lang="en-US" sz="1600" spc="-1" strike="noStrike">
                <a:solidFill>
                  <a:srgbClr val="050505"/>
                </a:solidFill>
                <a:latin typeface="Arial"/>
              </a:rPr>
              <a:t>If your goal is to design a product that has a lot of speculation, such as a brand new app based on recent trends, Agile methodology is better. When you may need to make quick changes and adapt to new information, you need a planning structure that allows for that. This method differs from Waterfall in that you don’t need to start over to make changes to the plan. Each sprint is tuned to the latest needs of the stakeholders.</a:t>
            </a:r>
            <a:endParaRPr b="0" lang="en-US" sz="1600" spc="-1" strike="noStrike">
              <a:solidFill>
                <a:srgbClr val="050505"/>
              </a:solidFill>
              <a:latin typeface="Arial"/>
            </a:endParaRPr>
          </a:p>
        </p:txBody>
      </p:sp>
      <p:sp>
        <p:nvSpPr>
          <p:cNvPr id="4" name="PlaceHolder 3"/>
          <p:cNvSpPr>
            <a:spLocks noGrp="1"/>
          </p:cNvSpPr>
          <p:nvPr>
            <p:ph type="sldNum" idx="3"/>
          </p:nvPr>
        </p:nvSpPr>
        <p:spPr/>
        <p:txBody>
          <a:bodyPr/>
          <a:p>
            <a:fld id="{F62BB901-9FED-4AC6-A814-3431A9EB9BCE}"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620000" y="216000"/>
            <a:ext cx="8100000" cy="936000"/>
          </a:xfrm>
          <a:prstGeom prst="rect">
            <a:avLst/>
          </a:prstGeom>
          <a:noFill/>
          <a:ln w="0">
            <a:noFill/>
          </a:ln>
        </p:spPr>
        <p:txBody>
          <a:bodyPr lIns="0" rIns="0" tIns="0" bIns="0" anchor="ctr">
            <a:normAutofit/>
          </a:bodyPr>
          <a:p>
            <a:pPr indent="0" algn="ctr">
              <a:buNone/>
            </a:pPr>
            <a:r>
              <a:rPr b="0" lang="en-US" sz="3300" spc="-1" strike="noStrike">
                <a:solidFill>
                  <a:srgbClr val="050505"/>
                </a:solidFill>
                <a:latin typeface="Times New Roman"/>
              </a:rPr>
              <a:t>References</a:t>
            </a:r>
            <a:endParaRPr b="0" lang="en-US" sz="3300" spc="-1" strike="noStrike">
              <a:solidFill>
                <a:srgbClr val="050505"/>
              </a:solidFill>
              <a:latin typeface="Times New Roman"/>
            </a:endParaRPr>
          </a:p>
        </p:txBody>
      </p:sp>
      <p:sp>
        <p:nvSpPr>
          <p:cNvPr id="132" name="PlaceHolder 2"/>
          <p:cNvSpPr>
            <a:spLocks noGrp="1"/>
          </p:cNvSpPr>
          <p:nvPr>
            <p:ph/>
          </p:nvPr>
        </p:nvSpPr>
        <p:spPr>
          <a:xfrm>
            <a:off x="1620000" y="1368000"/>
            <a:ext cx="8100000" cy="328824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0000"/>
              <a:buFont typeface="Wingdings" charset="2"/>
              <a:buChar char=""/>
            </a:pPr>
            <a:r>
              <a:rPr b="0" lang="en-US" sz="1000" spc="-1" strike="noStrike">
                <a:solidFill>
                  <a:srgbClr val="050505"/>
                </a:solidFill>
                <a:latin typeface="Arial"/>
              </a:rPr>
              <a:t>GeeksforGeeks. (2024, January 18). Stages of the Agile SDLC (Software Development Lifecycle). GeeksforGeeks. https://www.geeksforgeeks.org/software-engineering/stages-of-the-agile-sdlc-software-development-lifecycle/</a:t>
            </a:r>
            <a:endParaRPr b="0" lang="en-US" sz="1000" spc="-1" strike="noStrike">
              <a:solidFill>
                <a:srgbClr val="050505"/>
              </a:solidFill>
              <a:latin typeface="Arial"/>
            </a:endParaRPr>
          </a:p>
          <a:p>
            <a:pPr marL="432000" indent="-324000">
              <a:spcBef>
                <a:spcPts val="1191"/>
              </a:spcBef>
              <a:spcAft>
                <a:spcPts val="992"/>
              </a:spcAft>
              <a:buClr>
                <a:srgbClr val="000000"/>
              </a:buClr>
              <a:buSzPct val="40000"/>
              <a:buFont typeface="Wingdings" charset="2"/>
              <a:buChar char=""/>
            </a:pPr>
            <a:r>
              <a:rPr b="0" lang="en-US" sz="1000" spc="-1" strike="noStrike">
                <a:solidFill>
                  <a:srgbClr val="050505"/>
                </a:solidFill>
                <a:latin typeface="Arial"/>
              </a:rPr>
              <a:t>‌</a:t>
            </a:r>
            <a:r>
              <a:rPr b="0" lang="en-US" sz="1000" spc="-1" strike="noStrike">
                <a:solidFill>
                  <a:srgbClr val="050505"/>
                </a:solidFill>
                <a:latin typeface="Arial"/>
              </a:rPr>
              <a:t>Iryna Menzheha_SaaSJet. (2025, March 22). What Is the Waterfall Methodology? A Step-by-Step Guide with Time Tracking Tips. Atlassian Community. https://community.atlassian.com/forums/App-Central-articles/What-Is-the-Waterfall-Methodology-A-Step-by-Step-Guide-with-Time/ba-p/2979381</a:t>
            </a:r>
            <a:endParaRPr b="0" lang="en-US" sz="1000" spc="-1" strike="noStrike">
              <a:solidFill>
                <a:srgbClr val="050505"/>
              </a:solidFill>
              <a:latin typeface="Arial"/>
            </a:endParaRPr>
          </a:p>
          <a:p>
            <a:pPr marL="432000" indent="-324000">
              <a:spcBef>
                <a:spcPts val="1191"/>
              </a:spcBef>
              <a:spcAft>
                <a:spcPts val="992"/>
              </a:spcAft>
              <a:buClr>
                <a:srgbClr val="000000"/>
              </a:buClr>
              <a:buSzPct val="40000"/>
              <a:buFont typeface="Wingdings" charset="2"/>
              <a:buChar char=""/>
            </a:pPr>
            <a:r>
              <a:rPr b="0" lang="en-US" sz="1000" spc="-1" strike="noStrike">
                <a:solidFill>
                  <a:srgbClr val="050505"/>
                </a:solidFill>
                <a:latin typeface="Arial"/>
              </a:rPr>
              <a:t>‌</a:t>
            </a:r>
            <a:r>
              <a:rPr b="0" lang="en-US" sz="1000" spc="-1" strike="noStrike">
                <a:solidFill>
                  <a:srgbClr val="050505"/>
                </a:solidFill>
                <a:latin typeface="Arial"/>
                <a:ea typeface="Noto Sans Mono CJK SC"/>
              </a:rPr>
              <a:t>Cobb, C. G. (2015). The project manager’s guide to mastering agile : principles and practices for an adaptive approach.</a:t>
            </a:r>
            <a:endParaRPr b="0" lang="en-US" sz="1000" spc="-1" strike="noStrike">
              <a:solidFill>
                <a:srgbClr val="050505"/>
              </a:solidFill>
              <a:latin typeface="Arial"/>
            </a:endParaRPr>
          </a:p>
          <a:p>
            <a:pPr marL="432000" indent="-324000">
              <a:spcBef>
                <a:spcPts val="1191"/>
              </a:spcBef>
              <a:spcAft>
                <a:spcPts val="992"/>
              </a:spcAft>
              <a:buClr>
                <a:srgbClr val="000000"/>
              </a:buClr>
              <a:buSzPct val="40000"/>
              <a:buFont typeface="Wingdings" charset="2"/>
              <a:buChar char=""/>
            </a:pPr>
            <a:r>
              <a:rPr b="0" lang="en-US" sz="1000" spc="-1" strike="noStrike">
                <a:solidFill>
                  <a:srgbClr val="050505"/>
                </a:solidFill>
                <a:latin typeface="Arial"/>
                <a:ea typeface="Noto Sans Mono CJK SC"/>
              </a:rPr>
              <a:t>Talreja, A. (2023). Agile vs. Waterfall: Comparing Project Management Approaches – Nextra. Teachingagile.com. https://teachingagile.com/agile/agile-vs-waterfall</a:t>
            </a:r>
            <a:endParaRPr b="0" lang="en-US" sz="1000" spc="-1" strike="noStrike">
              <a:solidFill>
                <a:srgbClr val="050505"/>
              </a:solidFill>
              <a:latin typeface="Arial"/>
            </a:endParaRPr>
          </a:p>
        </p:txBody>
      </p:sp>
      <p:sp>
        <p:nvSpPr>
          <p:cNvPr id="4" name="PlaceHolder 3"/>
          <p:cNvSpPr>
            <a:spLocks noGrp="1"/>
          </p:cNvSpPr>
          <p:nvPr>
            <p:ph type="sldNum" idx="3"/>
          </p:nvPr>
        </p:nvSpPr>
        <p:spPr/>
        <p:txBody>
          <a:bodyPr/>
          <a:p>
            <a:fld id="{2A1DB24D-6043-420A-9594-503372CEB92B}" type="slidenum">
              <a:t>12</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2026-06-27T21:36:01Z</dcterms:created>
  <dc:creator/>
  <dc:description/>
  <dc:language>en-US</dc:language>
  <cp:lastModifiedBy/>
  <dcterms:modified xsi:type="dcterms:W3CDTF">2026-06-27T23:35:39Z</dcterms:modified>
  <cp:revision>40</cp:revision>
  <dc:subject/>
  <dc:title>DNA</dc:title>
</cp:coreProperties>
</file>